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7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b6bbba205fd4bc2" /><Relationship Type="http://schemas.openxmlformats.org/officeDocument/2006/relationships/extended-properties" Target="/docProps/app.xml" Id="Rd64c04da59654d2a" /><Relationship Type="http://schemas.openxmlformats.org/officeDocument/2006/relationships/officeDocument" Target="/ppt/presentation.xml" Id="R2cf588c5ff8f4736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33ad34bd2e9d4999"/>
    <p:sldMasterId xmlns:r="http://schemas.openxmlformats.org/officeDocument/2006/relationships" id="2147483653" r:id="Rd8a3cbf277ab4397"/>
    <p:sldMasterId xmlns:r="http://schemas.openxmlformats.org/officeDocument/2006/relationships" id="2147483668" r:id="R3d1a891a8b504aed"/>
    <p:sldMasterId xmlns:r="http://schemas.openxmlformats.org/officeDocument/2006/relationships" id="2147483680" r:id="Re3894f1d15eb4742"/>
    <p:sldMasterId xmlns:r="http://schemas.openxmlformats.org/officeDocument/2006/relationships" id="2147483683" r:id="Rdf65d403da434060"/>
  </p:sldMasterIdLst>
  <p:notesMasterIdLst>
    <p:notesMasterId xmlns:r="http://schemas.openxmlformats.org/officeDocument/2006/relationships" r:id="Rfe48f8da07ee4db6"/>
  </p:notesMasterIdLst>
  <p:sldIdLst>
    <p:sldId xmlns:r="http://schemas.openxmlformats.org/officeDocument/2006/relationships" id="256" r:id="Rfbd527f465f348ca"/>
    <p:sldId xmlns:r="http://schemas.openxmlformats.org/officeDocument/2006/relationships" id="257" r:id="Rca640208f9fd4e5e"/>
    <p:sldId xmlns:r="http://schemas.openxmlformats.org/officeDocument/2006/relationships" id="258" r:id="R776ea5215ee54a5a"/>
    <p:sldId xmlns:r="http://schemas.openxmlformats.org/officeDocument/2006/relationships" id="259" r:id="R04ab117c62644188"/>
    <p:sldId xmlns:r="http://schemas.openxmlformats.org/officeDocument/2006/relationships" id="260" r:id="R02554181b7bb409f"/>
    <p:sldId xmlns:r="http://schemas.openxmlformats.org/officeDocument/2006/relationships" id="261" r:id="Rff5c3f27b03345c8"/>
  </p:sldIdLst>
  <p:sldSz cx="12192000" cy="6858000"/>
  <p:notesSz cx="6858000" cy="9144000"/>
  <p:embeddedFontLst>
    <p:embeddedFont>
      <p:font typeface="Figtree"/>
      <p:regular xmlns:r="http://schemas.openxmlformats.org/officeDocument/2006/relationships" r:id="R8973eabb178841cb"/>
      <p:bold xmlns:r="http://schemas.openxmlformats.org/officeDocument/2006/relationships" r:id="R51ec0a3d234849cc"/>
      <p:italic xmlns:r="http://schemas.openxmlformats.org/officeDocument/2006/relationships" r:id="R7e96e00cb97f48d5"/>
      <p:boldItalic xmlns:r="http://schemas.openxmlformats.org/officeDocument/2006/relationships" r:id="R067c31fa0fa6486c"/>
    </p:embeddedFont>
    <p:embeddedFont>
      <p:font typeface="Gruppo"/>
      <p:regular xmlns:r="http://schemas.openxmlformats.org/officeDocument/2006/relationships" r:id="R44af9e316d754d40"/>
    </p:embeddedFont>
    <p:embeddedFont>
      <p:font typeface="Verdana"/>
      <p:regular xmlns:r="http://schemas.openxmlformats.org/officeDocument/2006/relationships" r:id="R75b60c8c03444b66"/>
      <p:bold xmlns:r="http://schemas.openxmlformats.org/officeDocument/2006/relationships" r:id="R759f70e986aa4e0e"/>
      <p:italic xmlns:r="http://schemas.openxmlformats.org/officeDocument/2006/relationships" r:id="Rbcd57ae56fc047aa"/>
      <p:boldItalic xmlns:r="http://schemas.openxmlformats.org/officeDocument/2006/relationships" r:id="Rbe35ca5a16224ce9"/>
    </p:embeddedFont>
  </p:embeddedFontLst>
  <p:defaultTextStyle>
    <a:def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None/>
    </a:defPPr>
    <a:lvl1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1pPr>
    <a:lvl2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2pPr>
    <a:lvl3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3pPr>
    <a:lvl4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4pPr>
    <a:lvl5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5pPr>
    <a:lvl6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6pPr>
    <a:lvl7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7pPr>
    <a:lvl8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8pPr>
    <a:lvl9pPr xmlns:a="http://schemas.openxmlformats.org/drawingml/2006/main" marR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buNone/>
      <a:defRPr sz="1400" b="0" i="0" u="none" strike="noStrike" cap="none" spc="0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DCC16729-03D8-409E-B55F-899314E5449E}">
  <a:tblStyle styleId="{DCC16729-03D8-409E-B55F-899314E5449E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261F2E6-FFEE-42A3-A1C2-F694C0D92200}" styleName="Table_1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tcBdr/>
        <a:fill>
          <a:solidFill>
            <a:srgbClr val="CAD1D8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AD1D8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F22C722-6142-4F05-B9EE-897D1FD6B6E2}" styleName="Table_2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tcBdr/>
        <a:fill>
          <a:solidFill>
            <a:srgbClr val="CFD7E7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FD7E7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B5C2B5A7-CBAE-45F3-9DEF-7CB805D36363}" styleName="Table_3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 b="off" i="off"/>
      <a:tcStyle>
        <a:tcBdr/>
        <a:fill>
          <a:solidFill>
            <a:srgbClr val="CDD4EA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DD4EA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44fe6c29815400b" /><Relationship Type="http://schemas.openxmlformats.org/officeDocument/2006/relationships/slideMaster" Target="/ppt/slideMasters/slideMaster1.xml" Id="R33ad34bd2e9d4999" /><Relationship Type="http://schemas.openxmlformats.org/officeDocument/2006/relationships/slideMaster" Target="/ppt/slideMasters/slideMaster2.xml" Id="Rd8a3cbf277ab4397" /><Relationship Type="http://schemas.openxmlformats.org/officeDocument/2006/relationships/slideMaster" Target="/ppt/slideMasters/slideMaster3.xml" Id="R3d1a891a8b504aed" /><Relationship Type="http://schemas.openxmlformats.org/officeDocument/2006/relationships/slideMaster" Target="/ppt/slideMasters/slideMaster4.xml" Id="Re3894f1d15eb4742" /><Relationship Type="http://schemas.openxmlformats.org/officeDocument/2006/relationships/slideMaster" Target="/ppt/slideMasters/slideMaster5.xml" Id="Rdf65d403da434060" /><Relationship Type="http://schemas.openxmlformats.org/officeDocument/2006/relationships/notesMaster" Target="/ppt/notesMasters/notesMaster1.xml" Id="Rfe48f8da07ee4db6" /><Relationship Type="http://schemas.openxmlformats.org/officeDocument/2006/relationships/presProps" Target="/ppt/presProps.xml" Id="Rb7b2b82a8afa4a5e" /><Relationship Type="http://schemas.openxmlformats.org/officeDocument/2006/relationships/viewProps" Target="/ppt/viewProps.xml" Id="R39ab58f977c641e4" /><Relationship Type="http://schemas.openxmlformats.org/officeDocument/2006/relationships/tableStyles" Target="/ppt/tableStyles.xml" Id="Ra9324a14142f47bc" /><Relationship Type="http://schemas.openxmlformats.org/officeDocument/2006/relationships/font" Target="/ppt/fonts/font.dat" Id="R8973eabb178841cb" /><Relationship Type="http://schemas.openxmlformats.org/officeDocument/2006/relationships/font" Target="/ppt/fonts/font2.dat" Id="R51ec0a3d234849cc" /><Relationship Type="http://schemas.openxmlformats.org/officeDocument/2006/relationships/font" Target="/ppt/fonts/font3.dat" Id="R7e96e00cb97f48d5" /><Relationship Type="http://schemas.openxmlformats.org/officeDocument/2006/relationships/font" Target="/ppt/fonts/font4.dat" Id="R067c31fa0fa6486c" /><Relationship Type="http://schemas.openxmlformats.org/officeDocument/2006/relationships/font" Target="/ppt/fonts/font5.dat" Id="R44af9e316d754d40" /><Relationship Type="http://schemas.openxmlformats.org/officeDocument/2006/relationships/font" Target="/ppt/fonts/font6.dat" Id="R75b60c8c03444b66" /><Relationship Type="http://schemas.openxmlformats.org/officeDocument/2006/relationships/font" Target="/ppt/fonts/font7.dat" Id="R759f70e986aa4e0e" /><Relationship Type="http://schemas.openxmlformats.org/officeDocument/2006/relationships/font" Target="/ppt/fonts/font8.dat" Id="Rbcd57ae56fc047aa" /><Relationship Type="http://schemas.openxmlformats.org/officeDocument/2006/relationships/font" Target="/ppt/fonts/font9.dat" Id="Rbe35ca5a16224ce9" /><Relationship Type="http://schemas.openxmlformats.org/officeDocument/2006/relationships/slide" Target="/ppt/slides/slide1.xml" Id="Rfbd527f465f348ca" /><Relationship Type="http://schemas.openxmlformats.org/officeDocument/2006/relationships/slide" Target="/ppt/slides/slide2.xml" Id="Rca640208f9fd4e5e" /><Relationship Type="http://schemas.openxmlformats.org/officeDocument/2006/relationships/slide" Target="/ppt/slides/slide3.xml" Id="R776ea5215ee54a5a" /><Relationship Type="http://schemas.openxmlformats.org/officeDocument/2006/relationships/slide" Target="/ppt/slides/slide4.xml" Id="R04ab117c62644188" /><Relationship Type="http://schemas.openxmlformats.org/officeDocument/2006/relationships/slide" Target="/ppt/slides/slide5.xml" Id="R02554181b7bb409f" /><Relationship Type="http://schemas.openxmlformats.org/officeDocument/2006/relationships/slide" Target="/ppt/slides/slide6.xml" Id="Rff5c3f27b03345c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7.xml" Id="R42d573b4c5c148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7.xml><?xml version="1.0" encoding="utf-8"?>
<a:theme xmlns:a="http://schemas.openxmlformats.org/drawingml/2006/main" name="Cosmos Corporate">
  <a:themeElements>
    <a:clrScheme name="Cosmos Corporate">
      <a:dk1>
        <a:srgbClr val="021E2F"/>
      </a:dk1>
      <a:lt1>
        <a:srgbClr val="FFFFFF"/>
      </a:lt1>
      <a:dk2>
        <a:srgbClr val="00293B"/>
      </a:dk2>
      <a:lt2>
        <a:srgbClr val="CCCFCE"/>
      </a:lt2>
      <a:accent1>
        <a:srgbClr val="003D53"/>
      </a:accent1>
      <a:accent2>
        <a:srgbClr val="CBA785"/>
      </a:accent2>
      <a:accent3>
        <a:srgbClr val="00293B"/>
      </a:accent3>
      <a:accent4>
        <a:srgbClr val="CCCFCE"/>
      </a:accent4>
      <a:accent5>
        <a:srgbClr val="18864B"/>
      </a:accent5>
      <a:accent6>
        <a:srgbClr val="E3A008"/>
      </a:accent6>
      <a:hlink>
        <a:srgbClr val="003D53"/>
      </a:hlink>
      <a:folHlink>
        <a:srgbClr val="CBA7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smos Corpor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00e97b5aea042bc" /><Relationship Type="http://schemas.openxmlformats.org/officeDocument/2006/relationships/notesMaster" Target="/ppt/notesMasters/notesMaster1.xml" Id="R5162257427854e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0ab4c5c54244a4" /><Relationship Type="http://schemas.openxmlformats.org/officeDocument/2006/relationships/notesMaster" Target="/ppt/notesMasters/notesMaster1.xml" Id="Rb57d7ae37d2d4d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2bce20718714694" /><Relationship Type="http://schemas.openxmlformats.org/officeDocument/2006/relationships/notesMaster" Target="/ppt/notesMasters/notesMaster1.xml" Id="R976edd5887e94b9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fce02302644a36" /><Relationship Type="http://schemas.openxmlformats.org/officeDocument/2006/relationships/notesMaster" Target="/ppt/notesMasters/notesMaster1.xml" Id="R56591febcca6400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97eca8649b34d6c" /><Relationship Type="http://schemas.openxmlformats.org/officeDocument/2006/relationships/notesMaster" Target="/ppt/notesMasters/notesMaster1.xml" Id="Re63cf24a2cc2431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4f30e639574c1b" /><Relationship Type="http://schemas.openxmlformats.org/officeDocument/2006/relationships/notesMaster" Target="/ppt/notesMasters/notesMaster1.xml" Id="R216d8db8705e45c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6a512ee8f7474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ebb6a7388c44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a1341deaa54b0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b0523dc52a4a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74b36d348fc4f6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34f1ead98da48cb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f3830a59d604da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d772f1ef20c410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76a470b383464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b36c5cbb5a4a1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13f693244b94cda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6530e538056441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1c735b551894a4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77404f3c21b44a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462e04f7b5d4812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613609cf1a940e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d10305bc69f4438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317ddc847c74e8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017255728ba4632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cdecc8d9fd64a7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8fa9063acdf74cbc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31cb113358a424b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41b4d8055c79454f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641e517ba217469c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b9a87dc4a3ee499e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5ea7d68e9e8043fe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49d5c44c6194ae3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d556bb733a084efd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e1f6c22c3de84873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5ed319cb805b4b8b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3f0c688ea1fc4d76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affa245b2b34e68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a8a234ccfabb4981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83f5379ecee4a7f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010681f96bdc41d2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d86484750a54c61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df26346da9ce4d61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68c9d2fd16424d72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9be5b048914e4d8b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7a716ddba31f4b06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559796168424743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340830452d004134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2bacc33dd8a6463a" /></Relationships>
</file>

<file path=ppt/slideLayouts/slideLayout1.xml><?xml version="1.0" encoding="utf-8"?>
<p:sldLayout xmlns:p="http://schemas.openxmlformats.org/presentationml/2006/main" matchingName="COSMOS - Carátula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matchingName="COSMOS - Guía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matchingName="COSMOS - Ejecutivo">
  <p:cSld name="COSMOS - Ejecutiv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4.xml><?xml version="1.0" encoding="utf-8"?>
<p:sldLayout xmlns:p="http://schemas.openxmlformats.org/presentationml/2006/main" matchingNam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matchingName="Diapositiva de título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28">
            <a:extLst xmlns:a="http://schemas.openxmlformats.org/drawingml/2006/main">
              <a:ext uri="{FF2B5EF4-FFF2-40B4-BE49-F238E27FC236}">
                <a16:creationId xmlns:a16="http://schemas.microsoft.com/office/drawing/2014/main" id="{890FD634-73A2-446A-9C88-251D3BDDDCA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5" name="Google Shape;25;p28">
            <a:extLst xmlns:a="http://schemas.openxmlformats.org/drawingml/2006/main">
              <a:ext uri="{FF2B5EF4-FFF2-40B4-BE49-F238E27FC236}">
                <a16:creationId xmlns:a16="http://schemas.microsoft.com/office/drawing/2014/main" id="{4211E1EB-48C7-450F-AB1B-A974F3EFC49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26" name="Google Shape;26;p28">
            <a:extLst xmlns:a="http://schemas.openxmlformats.org/drawingml/2006/main">
              <a:ext uri="{FF2B5EF4-FFF2-40B4-BE49-F238E27FC236}">
                <a16:creationId xmlns:a16="http://schemas.microsoft.com/office/drawing/2014/main" id="{AF5C85F3-C496-405E-8DAA-84336030754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7" name="Google Shape;27;p28">
            <a:extLst xmlns:a="http://schemas.openxmlformats.org/drawingml/2006/main">
              <a:ext uri="{FF2B5EF4-FFF2-40B4-BE49-F238E27FC236}">
                <a16:creationId xmlns:a16="http://schemas.microsoft.com/office/drawing/2014/main" id="{42E124B0-5E5A-4E7A-B177-DAAA29F0A1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8" name="Google Shape;28;p28">
            <a:extLst xmlns:a="http://schemas.openxmlformats.org/drawingml/2006/main">
              <a:ext uri="{FF2B5EF4-FFF2-40B4-BE49-F238E27FC236}">
                <a16:creationId xmlns:a16="http://schemas.microsoft.com/office/drawing/2014/main" id="{E0722A0C-5465-4BB4-B4EF-2CEE2760234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SMOS - Ejecutivo">
  <p:cSld name="COSMOS - Ejecutiv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7.xml><?xml version="1.0" encoding="utf-8"?>
<p:sldLayout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Google Shape;31;p29">
            <a:extLst xmlns:a="http://schemas.openxmlformats.org/drawingml/2006/main">
              <a:ext uri="{FF2B5EF4-FFF2-40B4-BE49-F238E27FC236}">
                <a16:creationId xmlns:a16="http://schemas.microsoft.com/office/drawing/2014/main" id="{5A1BF70E-238A-4B3B-8547-CF952C7C44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2" name="Google Shape;32;p29">
            <a:extLst xmlns:a="http://schemas.openxmlformats.org/drawingml/2006/main">
              <a:ext uri="{FF2B5EF4-FFF2-40B4-BE49-F238E27FC236}">
                <a16:creationId xmlns:a16="http://schemas.microsoft.com/office/drawing/2014/main" id="{3778FC5E-7120-4A0E-9F62-07A5564CD8A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3" name="Google Shape;33;p29">
            <a:extLst xmlns:a="http://schemas.openxmlformats.org/drawingml/2006/main">
              <a:ext uri="{FF2B5EF4-FFF2-40B4-BE49-F238E27FC236}">
                <a16:creationId xmlns:a16="http://schemas.microsoft.com/office/drawing/2014/main" id="{EF7D2957-3405-4218-96AE-03C922231EA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4" name="Google Shape;34;p29">
            <a:extLst xmlns:a="http://schemas.openxmlformats.org/drawingml/2006/main">
              <a:ext uri="{FF2B5EF4-FFF2-40B4-BE49-F238E27FC236}">
                <a16:creationId xmlns:a16="http://schemas.microsoft.com/office/drawing/2014/main" id="{4B78E767-5685-4FE5-8607-11C36247DB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5" name="Google Shape;35;p29">
            <a:extLst xmlns:a="http://schemas.openxmlformats.org/drawingml/2006/main">
              <a:ext uri="{FF2B5EF4-FFF2-40B4-BE49-F238E27FC236}">
                <a16:creationId xmlns:a16="http://schemas.microsoft.com/office/drawing/2014/main" id="{5F458843-36BA-4819-8FA5-BEF7876DAD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Encabezado de sección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Google Shape;37;p30">
            <a:extLst xmlns:a="http://schemas.openxmlformats.org/drawingml/2006/main">
              <a:ext uri="{FF2B5EF4-FFF2-40B4-BE49-F238E27FC236}">
                <a16:creationId xmlns:a16="http://schemas.microsoft.com/office/drawing/2014/main" id="{D4449A8F-ACC4-48C9-9F1D-FB14A73B0EB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38" name="Google Shape;38;p30">
            <a:extLst xmlns:a="http://schemas.openxmlformats.org/drawingml/2006/main">
              <a:ext uri="{FF2B5EF4-FFF2-40B4-BE49-F238E27FC236}">
                <a16:creationId xmlns:a16="http://schemas.microsoft.com/office/drawing/2014/main" id="{94DA6E4F-2C17-4F91-9C19-1CC337DCA7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39" name="Google Shape;39;p30">
            <a:extLst xmlns:a="http://schemas.openxmlformats.org/drawingml/2006/main">
              <a:ext uri="{FF2B5EF4-FFF2-40B4-BE49-F238E27FC236}">
                <a16:creationId xmlns:a16="http://schemas.microsoft.com/office/drawing/2014/main" id="{C73162BB-C1A3-412E-8C49-B21A81761E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0" name="Google Shape;40;p30">
            <a:extLst xmlns:a="http://schemas.openxmlformats.org/drawingml/2006/main">
              <a:ext uri="{FF2B5EF4-FFF2-40B4-BE49-F238E27FC236}">
                <a16:creationId xmlns:a16="http://schemas.microsoft.com/office/drawing/2014/main" id="{E34565EB-2935-4311-B205-BF1A223DE13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1" name="Google Shape;41;p30">
            <a:extLst xmlns:a="http://schemas.openxmlformats.org/drawingml/2006/main">
              <a:ext uri="{FF2B5EF4-FFF2-40B4-BE49-F238E27FC236}">
                <a16:creationId xmlns:a16="http://schemas.microsoft.com/office/drawing/2014/main" id="{495FE5AC-7F0A-4285-A3AA-C9D3C8D5B0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Google Shape;43;p31">
            <a:extLst xmlns:a="http://schemas.openxmlformats.org/drawingml/2006/main">
              <a:ext uri="{FF2B5EF4-FFF2-40B4-BE49-F238E27FC236}">
                <a16:creationId xmlns:a16="http://schemas.microsoft.com/office/drawing/2014/main" id="{D8FED7C1-33BF-46DB-B443-06402E3FEE6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4" name="Google Shape;44;p31">
            <a:extLst xmlns:a="http://schemas.openxmlformats.org/drawingml/2006/main">
              <a:ext uri="{FF2B5EF4-FFF2-40B4-BE49-F238E27FC236}">
                <a16:creationId xmlns:a16="http://schemas.microsoft.com/office/drawing/2014/main" id="{7B535E0F-C779-4884-99DD-9924F773DA7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5" name="Google Shape;45;p31">
            <a:extLst xmlns:a="http://schemas.openxmlformats.org/drawingml/2006/main">
              <a:ext uri="{FF2B5EF4-FFF2-40B4-BE49-F238E27FC236}">
                <a16:creationId xmlns:a16="http://schemas.microsoft.com/office/drawing/2014/main" id="{C468679D-B2FB-4E3F-9519-2146DA8891B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6" name="Google Shape;46;p31">
            <a:extLst xmlns:a="http://schemas.openxmlformats.org/drawingml/2006/main">
              <a:ext uri="{FF2B5EF4-FFF2-40B4-BE49-F238E27FC236}">
                <a16:creationId xmlns:a16="http://schemas.microsoft.com/office/drawing/2014/main" id="{968F9C48-68F4-49C4-85C5-77E146BED8A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7" name="Google Shape;47;p31">
            <a:extLst xmlns:a="http://schemas.openxmlformats.org/drawingml/2006/main">
              <a:ext uri="{FF2B5EF4-FFF2-40B4-BE49-F238E27FC236}">
                <a16:creationId xmlns:a16="http://schemas.microsoft.com/office/drawing/2014/main" id="{2AE8FC48-E9B1-4816-AEB6-862E1D6B1AC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48" name="Google Shape;48;p31">
            <a:extLst xmlns:a="http://schemas.openxmlformats.org/drawingml/2006/main">
              <a:ext uri="{FF2B5EF4-FFF2-40B4-BE49-F238E27FC236}">
                <a16:creationId xmlns:a16="http://schemas.microsoft.com/office/drawing/2014/main" id="{5BEEAA9C-B192-4758-B0D1-D7DE61981B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32">
            <a:extLst xmlns:a="http://schemas.openxmlformats.org/drawingml/2006/main">
              <a:ext uri="{FF2B5EF4-FFF2-40B4-BE49-F238E27FC236}">
                <a16:creationId xmlns:a16="http://schemas.microsoft.com/office/drawing/2014/main" id="{2A053094-712D-4E8D-97A7-92B53731B9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1" name="Google Shape;51;p32">
            <a:extLst xmlns:a="http://schemas.openxmlformats.org/drawingml/2006/main">
              <a:ext uri="{FF2B5EF4-FFF2-40B4-BE49-F238E27FC236}">
                <a16:creationId xmlns:a16="http://schemas.microsoft.com/office/drawing/2014/main" id="{D1FBE3A8-19CC-4D96-9068-C1A9F07C44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52" name="Google Shape;52;p32">
            <a:extLst xmlns:a="http://schemas.openxmlformats.org/drawingml/2006/main">
              <a:ext uri="{FF2B5EF4-FFF2-40B4-BE49-F238E27FC236}">
                <a16:creationId xmlns:a16="http://schemas.microsoft.com/office/drawing/2014/main" id="{C0D771ED-5063-4938-94AC-6638BFC1A18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3" name="Google Shape;53;p32">
            <a:extLst xmlns:a="http://schemas.openxmlformats.org/drawingml/2006/main">
              <a:ext uri="{FF2B5EF4-FFF2-40B4-BE49-F238E27FC236}">
                <a16:creationId xmlns:a16="http://schemas.microsoft.com/office/drawing/2014/main" id="{086B8D7E-F3F6-44CC-B0A4-C1346ECCE49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54" name="Google Shape;54;p32">
            <a:extLst xmlns:a="http://schemas.openxmlformats.org/drawingml/2006/main">
              <a:ext uri="{FF2B5EF4-FFF2-40B4-BE49-F238E27FC236}">
                <a16:creationId xmlns:a16="http://schemas.microsoft.com/office/drawing/2014/main" id="{E99AE7CE-E7B2-4905-A238-1D88E27D9CD8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5" name="Google Shape;55;p32">
            <a:extLst xmlns:a="http://schemas.openxmlformats.org/drawingml/2006/main">
              <a:ext uri="{FF2B5EF4-FFF2-40B4-BE49-F238E27FC236}">
                <a16:creationId xmlns:a16="http://schemas.microsoft.com/office/drawing/2014/main" id="{8A4A274A-FAB6-4B4C-8CEF-6862F2F6E7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6" name="Google Shape;56;p32">
            <a:extLst xmlns:a="http://schemas.openxmlformats.org/drawingml/2006/main">
              <a:ext uri="{FF2B5EF4-FFF2-40B4-BE49-F238E27FC236}">
                <a16:creationId xmlns:a16="http://schemas.microsoft.com/office/drawing/2014/main" id="{A96D8CFB-0DB2-4D24-9BF7-7A86A751F2B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57" name="Google Shape;57;p32">
            <a:extLst xmlns:a="http://schemas.openxmlformats.org/drawingml/2006/main">
              <a:ext uri="{FF2B5EF4-FFF2-40B4-BE49-F238E27FC236}">
                <a16:creationId xmlns:a16="http://schemas.microsoft.com/office/drawing/2014/main" id="{797F3074-7F8D-450C-99E2-3D8CFC9EE3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Google Shape;59;p33">
            <a:extLst xmlns:a="http://schemas.openxmlformats.org/drawingml/2006/main">
              <a:ext uri="{FF2B5EF4-FFF2-40B4-BE49-F238E27FC236}">
                <a16:creationId xmlns:a16="http://schemas.microsoft.com/office/drawing/2014/main" id="{7048860B-B15D-43DB-8B78-A77CAF9EAA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0" name="Google Shape;60;p33">
            <a:extLst xmlns:a="http://schemas.openxmlformats.org/drawingml/2006/main">
              <a:ext uri="{FF2B5EF4-FFF2-40B4-BE49-F238E27FC236}">
                <a16:creationId xmlns:a16="http://schemas.microsoft.com/office/drawing/2014/main" id="{5AA0A5C1-F8C5-4D9E-ADE4-CD90B36CFFB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1" name="Google Shape;61;p33">
            <a:extLst xmlns:a="http://schemas.openxmlformats.org/drawingml/2006/main">
              <a:ext uri="{FF2B5EF4-FFF2-40B4-BE49-F238E27FC236}">
                <a16:creationId xmlns:a16="http://schemas.microsoft.com/office/drawing/2014/main" id="{BAC60E8A-1084-4305-A0F5-E8B85001539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2" name="Google Shape;62;p33">
            <a:extLst xmlns:a="http://schemas.openxmlformats.org/drawingml/2006/main">
              <a:ext uri="{FF2B5EF4-FFF2-40B4-BE49-F238E27FC236}">
                <a16:creationId xmlns:a16="http://schemas.microsoft.com/office/drawing/2014/main" id="{70B916B2-5578-43D5-AFA6-50A9C874467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Google Shape;64;p34">
            <a:extLst xmlns:a="http://schemas.openxmlformats.org/drawingml/2006/main">
              <a:ext uri="{FF2B5EF4-FFF2-40B4-BE49-F238E27FC236}">
                <a16:creationId xmlns:a16="http://schemas.microsoft.com/office/drawing/2014/main" id="{3D6136FE-70DF-4166-A65C-AE5550F7A9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5" name="Google Shape;65;p34">
            <a:extLst xmlns:a="http://schemas.openxmlformats.org/drawingml/2006/main">
              <a:ext uri="{FF2B5EF4-FFF2-40B4-BE49-F238E27FC236}">
                <a16:creationId xmlns:a16="http://schemas.microsoft.com/office/drawing/2014/main" id="{D8168295-69D7-42CF-9055-18BF1B0822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6" name="Google Shape;66;p34">
            <a:extLst xmlns:a="http://schemas.openxmlformats.org/drawingml/2006/main">
              <a:ext uri="{FF2B5EF4-FFF2-40B4-BE49-F238E27FC236}">
                <a16:creationId xmlns:a16="http://schemas.microsoft.com/office/drawing/2014/main" id="{F52E01A9-CE3F-46E0-8B29-78E1999A69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Google Shape;68;p35">
            <a:extLst xmlns:a="http://schemas.openxmlformats.org/drawingml/2006/main">
              <a:ext uri="{FF2B5EF4-FFF2-40B4-BE49-F238E27FC236}">
                <a16:creationId xmlns:a16="http://schemas.microsoft.com/office/drawing/2014/main" id="{1BFC9C6D-0463-4507-BFE2-8E363E63D3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69" name="Google Shape;69;p35">
            <a:extLst xmlns:a="http://schemas.openxmlformats.org/drawingml/2006/main">
              <a:ext uri="{FF2B5EF4-FFF2-40B4-BE49-F238E27FC236}">
                <a16:creationId xmlns:a16="http://schemas.microsoft.com/office/drawing/2014/main" id="{300A52D8-76AC-432E-B148-6B98B612AC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70" name="Google Shape;70;p35">
            <a:extLst xmlns:a="http://schemas.openxmlformats.org/drawingml/2006/main">
              <a:ext uri="{FF2B5EF4-FFF2-40B4-BE49-F238E27FC236}">
                <a16:creationId xmlns:a16="http://schemas.microsoft.com/office/drawing/2014/main" id="{C981B1E9-8FAB-4E48-93F7-C8EE7BD5A92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71" name="Google Shape;71;p35">
            <a:extLst xmlns:a="http://schemas.openxmlformats.org/drawingml/2006/main">
              <a:ext uri="{FF2B5EF4-FFF2-40B4-BE49-F238E27FC236}">
                <a16:creationId xmlns:a16="http://schemas.microsoft.com/office/drawing/2014/main" id="{3D54A585-39F6-4F1E-904C-AA4D501DBE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2" name="Google Shape;72;p35">
            <a:extLst xmlns:a="http://schemas.openxmlformats.org/drawingml/2006/main">
              <a:ext uri="{FF2B5EF4-FFF2-40B4-BE49-F238E27FC236}">
                <a16:creationId xmlns:a16="http://schemas.microsoft.com/office/drawing/2014/main" id="{F39F9486-D1FC-4B8C-A4BA-C37BB60B73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3" name="Google Shape;73;p35">
            <a:extLst xmlns:a="http://schemas.openxmlformats.org/drawingml/2006/main">
              <a:ext uri="{FF2B5EF4-FFF2-40B4-BE49-F238E27FC236}">
                <a16:creationId xmlns:a16="http://schemas.microsoft.com/office/drawing/2014/main" id="{4F3111DC-F0B6-4585-96E3-13BED51994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36">
            <a:extLst xmlns:a="http://schemas.openxmlformats.org/drawingml/2006/main">
              <a:ext uri="{FF2B5EF4-FFF2-40B4-BE49-F238E27FC236}">
                <a16:creationId xmlns:a16="http://schemas.microsoft.com/office/drawing/2014/main" id="{ABC6664B-2355-496B-9EFD-7AD2618614C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6" name="Google Shape;76;p36">
            <a:extLst xmlns:a="http://schemas.openxmlformats.org/drawingml/2006/main">
              <a:ext uri="{FF2B5EF4-FFF2-40B4-BE49-F238E27FC236}">
                <a16:creationId xmlns:a16="http://schemas.microsoft.com/office/drawing/2014/main" id="{B5D7119E-9169-46E1-A65D-DD45A4E03DAC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77" name="Google Shape;77;p36">
            <a:extLst xmlns:a="http://schemas.openxmlformats.org/drawingml/2006/main">
              <a:ext uri="{FF2B5EF4-FFF2-40B4-BE49-F238E27FC236}">
                <a16:creationId xmlns:a16="http://schemas.microsoft.com/office/drawing/2014/main" id="{E9B58C42-05C5-4A26-B246-E7970175813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78" name="Google Shape;78;p36">
            <a:extLst xmlns:a="http://schemas.openxmlformats.org/drawingml/2006/main">
              <a:ext uri="{FF2B5EF4-FFF2-40B4-BE49-F238E27FC236}">
                <a16:creationId xmlns:a16="http://schemas.microsoft.com/office/drawing/2014/main" id="{F4D334B7-A929-49DB-B122-CCB49BC4983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79" name="Google Shape;79;p36">
            <a:extLst xmlns:a="http://schemas.openxmlformats.org/drawingml/2006/main">
              <a:ext uri="{FF2B5EF4-FFF2-40B4-BE49-F238E27FC236}">
                <a16:creationId xmlns:a16="http://schemas.microsoft.com/office/drawing/2014/main" id="{CC9E61EE-A580-413F-8DF7-CDC774C7582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0" name="Google Shape;80;p36">
            <a:extLst xmlns:a="http://schemas.openxmlformats.org/drawingml/2006/main">
              <a:ext uri="{FF2B5EF4-FFF2-40B4-BE49-F238E27FC236}">
                <a16:creationId xmlns:a16="http://schemas.microsoft.com/office/drawing/2014/main" id="{8735C95B-2C09-4492-B919-DE2C6AF101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Google Shape;82;p37">
            <a:extLst xmlns:a="http://schemas.openxmlformats.org/drawingml/2006/main">
              <a:ext uri="{FF2B5EF4-FFF2-40B4-BE49-F238E27FC236}">
                <a16:creationId xmlns:a16="http://schemas.microsoft.com/office/drawing/2014/main" id="{9716C99A-111C-4BAD-8BDD-666C0850A3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3" name="Google Shape;83;p37">
            <a:extLst xmlns:a="http://schemas.openxmlformats.org/drawingml/2006/main">
              <a:ext uri="{FF2B5EF4-FFF2-40B4-BE49-F238E27FC236}">
                <a16:creationId xmlns:a16="http://schemas.microsoft.com/office/drawing/2014/main" id="{F367109F-67FD-43E4-AE11-BBC2D95499D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4" name="Google Shape;84;p37">
            <a:extLst xmlns:a="http://schemas.openxmlformats.org/drawingml/2006/main">
              <a:ext uri="{FF2B5EF4-FFF2-40B4-BE49-F238E27FC236}">
                <a16:creationId xmlns:a16="http://schemas.microsoft.com/office/drawing/2014/main" id="{EACECBAA-F70D-4047-9CB0-73F994E85A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5" name="Google Shape;85;p37">
            <a:extLst xmlns:a="http://schemas.openxmlformats.org/drawingml/2006/main">
              <a:ext uri="{FF2B5EF4-FFF2-40B4-BE49-F238E27FC236}">
                <a16:creationId xmlns:a16="http://schemas.microsoft.com/office/drawing/2014/main" id="{C12257E6-D0BE-4E6A-B82F-37FF640B560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6" name="Google Shape;86;p37">
            <a:extLst xmlns:a="http://schemas.openxmlformats.org/drawingml/2006/main">
              <a:ext uri="{FF2B5EF4-FFF2-40B4-BE49-F238E27FC236}">
                <a16:creationId xmlns:a16="http://schemas.microsoft.com/office/drawing/2014/main" id="{24ABF855-E131-4FE6-8598-4EBE5CEE66C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8" name="Google Shape;88;p38">
            <a:extLst xmlns:a="http://schemas.openxmlformats.org/drawingml/2006/main">
              <a:ext uri="{FF2B5EF4-FFF2-40B4-BE49-F238E27FC236}">
                <a16:creationId xmlns:a16="http://schemas.microsoft.com/office/drawing/2014/main" id="{B5F817A0-06AD-437D-9209-0E998DF7F3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89" name="Google Shape;89;p38">
            <a:extLst xmlns:a="http://schemas.openxmlformats.org/drawingml/2006/main">
              <a:ext uri="{FF2B5EF4-FFF2-40B4-BE49-F238E27FC236}">
                <a16:creationId xmlns:a16="http://schemas.microsoft.com/office/drawing/2014/main" id="{6BFD633B-8DBA-4DC0-90A1-AC92BB22F8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0" name="Google Shape;90;p38">
            <a:extLst xmlns:a="http://schemas.openxmlformats.org/drawingml/2006/main">
              <a:ext uri="{FF2B5EF4-FFF2-40B4-BE49-F238E27FC236}">
                <a16:creationId xmlns:a16="http://schemas.microsoft.com/office/drawing/2014/main" id="{85783832-1F2F-4E6F-A84F-6BAF10B92F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1" name="Google Shape;91;p38">
            <a:extLst xmlns:a="http://schemas.openxmlformats.org/drawingml/2006/main">
              <a:ext uri="{FF2B5EF4-FFF2-40B4-BE49-F238E27FC236}">
                <a16:creationId xmlns:a16="http://schemas.microsoft.com/office/drawing/2014/main" id="{D078F06F-4E70-4803-AC7D-B84414045A4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92" name="Google Shape;92;p38">
            <a:extLst xmlns:a="http://schemas.openxmlformats.org/drawingml/2006/main">
              <a:ext uri="{FF2B5EF4-FFF2-40B4-BE49-F238E27FC236}">
                <a16:creationId xmlns:a16="http://schemas.microsoft.com/office/drawing/2014/main" id="{41241421-B563-4EF5-A87E-3A2A10F3018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COSMOS - Carátula">
  <p:cSld name="COSMOS - Carátul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8.xml><?xml version="1.0" encoding="utf-8"?>
<p:sldLayout xmlns:p="http://schemas.openxmlformats.org/presentationml/2006/main" matchingName="COSMOS - Guía">
  <p:cSld name="COSMOS - Guía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9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49">
            <a:extLst xmlns:a="http://schemas.openxmlformats.org/drawingml/2006/main">
              <a:ext uri="{FF2B5EF4-FFF2-40B4-BE49-F238E27FC236}">
                <a16:creationId xmlns:a16="http://schemas.microsoft.com/office/drawing/2014/main" id="{69D5C157-CE5A-4D1E-839E-A16E09D409F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3" name="Google Shape;103;p49">
            <a:extLst xmlns:a="http://schemas.openxmlformats.org/drawingml/2006/main">
              <a:ext uri="{FF2B5EF4-FFF2-40B4-BE49-F238E27FC236}">
                <a16:creationId xmlns:a16="http://schemas.microsoft.com/office/drawing/2014/main" id="{C7619035-0BCC-4B08-BCB4-F379CA00954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4" name="Google Shape;104;p49">
            <a:extLst xmlns:a="http://schemas.openxmlformats.org/drawingml/2006/main">
              <a:ext uri="{FF2B5EF4-FFF2-40B4-BE49-F238E27FC236}">
                <a16:creationId xmlns:a16="http://schemas.microsoft.com/office/drawing/2014/main" id="{0C31DB12-1F80-4700-83C8-008878A59F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50">
            <a:extLst xmlns:a="http://schemas.openxmlformats.org/drawingml/2006/main">
              <a:ext uri="{FF2B5EF4-FFF2-40B4-BE49-F238E27FC236}">
                <a16:creationId xmlns:a16="http://schemas.microsoft.com/office/drawing/2014/main" id="{2401AD01-CF46-4374-84AB-575813A5692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7" name="Google Shape;107;p50">
            <a:extLst xmlns:a="http://schemas.openxmlformats.org/drawingml/2006/main">
              <a:ext uri="{FF2B5EF4-FFF2-40B4-BE49-F238E27FC236}">
                <a16:creationId xmlns:a16="http://schemas.microsoft.com/office/drawing/2014/main" id="{174589C1-600B-4D61-AAA6-DCD2177E1D4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8" name="Google Shape;108;p50">
            <a:extLst xmlns:a="http://schemas.openxmlformats.org/drawingml/2006/main">
              <a:ext uri="{FF2B5EF4-FFF2-40B4-BE49-F238E27FC236}">
                <a16:creationId xmlns:a16="http://schemas.microsoft.com/office/drawing/2014/main" id="{6EBC44C5-0B65-49E0-AAC1-DE657D52827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09" name="Google Shape;109;p50">
            <a:extLst xmlns:a="http://schemas.openxmlformats.org/drawingml/2006/main">
              <a:ext uri="{FF2B5EF4-FFF2-40B4-BE49-F238E27FC236}">
                <a16:creationId xmlns:a16="http://schemas.microsoft.com/office/drawing/2014/main" id="{E57CBD81-1661-413E-B4AA-2802F04887D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0" name="Google Shape;110;p50">
            <a:extLst xmlns:a="http://schemas.openxmlformats.org/drawingml/2006/main">
              <a:ext uri="{FF2B5EF4-FFF2-40B4-BE49-F238E27FC236}">
                <a16:creationId xmlns:a16="http://schemas.microsoft.com/office/drawing/2014/main" id="{E3909B4E-2581-4622-BA12-6F0D6DC71A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2" name="Google Shape;112;p53">
            <a:extLst xmlns:a="http://schemas.openxmlformats.org/drawingml/2006/main">
              <a:ext uri="{FF2B5EF4-FFF2-40B4-BE49-F238E27FC236}">
                <a16:creationId xmlns:a16="http://schemas.microsoft.com/office/drawing/2014/main" id="{A689874B-DEB2-41E0-AC84-A1D90B6561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3" name="Google Shape;113;p53">
            <a:extLst xmlns:a="http://schemas.openxmlformats.org/drawingml/2006/main">
              <a:ext uri="{FF2B5EF4-FFF2-40B4-BE49-F238E27FC236}">
                <a16:creationId xmlns:a16="http://schemas.microsoft.com/office/drawing/2014/main" id="{2E79C319-F8F0-4AC9-A2BF-A9AF37348E3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4" name="Google Shape;114;p53">
            <a:extLst xmlns:a="http://schemas.openxmlformats.org/drawingml/2006/main">
              <a:ext uri="{FF2B5EF4-FFF2-40B4-BE49-F238E27FC236}">
                <a16:creationId xmlns:a16="http://schemas.microsoft.com/office/drawing/2014/main" id="{C2B073EB-A03B-49FE-97B6-CE0F606141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5" name="Google Shape;115;p53">
            <a:extLst xmlns:a="http://schemas.openxmlformats.org/drawingml/2006/main">
              <a:ext uri="{FF2B5EF4-FFF2-40B4-BE49-F238E27FC236}">
                <a16:creationId xmlns:a16="http://schemas.microsoft.com/office/drawing/2014/main" id="{D2B5B805-9A69-47B0-8D35-1DE9F1C2461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6" name="Google Shape;116;p53">
            <a:extLst xmlns:a="http://schemas.openxmlformats.org/drawingml/2006/main">
              <a:ext uri="{FF2B5EF4-FFF2-40B4-BE49-F238E27FC236}">
                <a16:creationId xmlns:a16="http://schemas.microsoft.com/office/drawing/2014/main" id="{52E2041F-66FA-4A12-9E8F-921BE23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8" name="Google Shape;118;p54">
            <a:extLst xmlns:a="http://schemas.openxmlformats.org/drawingml/2006/main">
              <a:ext uri="{FF2B5EF4-FFF2-40B4-BE49-F238E27FC236}">
                <a16:creationId xmlns:a16="http://schemas.microsoft.com/office/drawing/2014/main" id="{AFDDD616-5895-43A9-AAAE-E2FF1A7D7A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19" name="Google Shape;119;p54">
            <a:extLst xmlns:a="http://schemas.openxmlformats.org/drawingml/2006/main">
              <a:ext uri="{FF2B5EF4-FFF2-40B4-BE49-F238E27FC236}">
                <a16:creationId xmlns:a16="http://schemas.microsoft.com/office/drawing/2014/main" id="{94021522-C775-466F-8594-FB12199017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20" name="Google Shape;120;p54">
            <a:extLst xmlns:a="http://schemas.openxmlformats.org/drawingml/2006/main">
              <a:ext uri="{FF2B5EF4-FFF2-40B4-BE49-F238E27FC236}">
                <a16:creationId xmlns:a16="http://schemas.microsoft.com/office/drawing/2014/main" id="{B08E6573-1CB3-4A1E-B419-DA122B4072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1" name="Google Shape;121;p54">
            <a:extLst xmlns:a="http://schemas.openxmlformats.org/drawingml/2006/main">
              <a:ext uri="{FF2B5EF4-FFF2-40B4-BE49-F238E27FC236}">
                <a16:creationId xmlns:a16="http://schemas.microsoft.com/office/drawing/2014/main" id="{3F6EC57D-87F5-4D37-AC33-469D16081E6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2" name="Google Shape;122;p54">
            <a:extLst xmlns:a="http://schemas.openxmlformats.org/drawingml/2006/main">
              <a:ext uri="{FF2B5EF4-FFF2-40B4-BE49-F238E27FC236}">
                <a16:creationId xmlns:a16="http://schemas.microsoft.com/office/drawing/2014/main" id="{CA684000-BB7F-4AA4-8005-AC638B1D9D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55">
            <a:extLst xmlns:a="http://schemas.openxmlformats.org/drawingml/2006/main">
              <a:ext uri="{FF2B5EF4-FFF2-40B4-BE49-F238E27FC236}">
                <a16:creationId xmlns:a16="http://schemas.microsoft.com/office/drawing/2014/main" id="{A4EE591E-C9CC-4437-AD68-A915ED2E8D3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5" name="Google Shape;125;p55">
            <a:extLst xmlns:a="http://schemas.openxmlformats.org/drawingml/2006/main">
              <a:ext uri="{FF2B5EF4-FFF2-40B4-BE49-F238E27FC236}">
                <a16:creationId xmlns:a16="http://schemas.microsoft.com/office/drawing/2014/main" id="{327FAA50-EAF6-41E4-BA09-BA44C9B2632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26" name="Google Shape;126;p55">
            <a:extLst xmlns:a="http://schemas.openxmlformats.org/drawingml/2006/main">
              <a:ext uri="{FF2B5EF4-FFF2-40B4-BE49-F238E27FC236}">
                <a16:creationId xmlns:a16="http://schemas.microsoft.com/office/drawing/2014/main" id="{E116FBBA-4183-4A6F-A79F-83A121A381F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 xmlns:a="http://schemas.openxmlformats.org/drawingml/2006/main">
            <a:endParaRPr/>
          </a:p>
        </p:txBody>
      </p:sp>
      <p:sp>
        <p:nvSpPr>
          <p:cNvPr id="127" name="Google Shape;127;p55">
            <a:extLst xmlns:a="http://schemas.openxmlformats.org/drawingml/2006/main">
              <a:ext uri="{FF2B5EF4-FFF2-40B4-BE49-F238E27FC236}">
                <a16:creationId xmlns:a16="http://schemas.microsoft.com/office/drawing/2014/main" id="{BA7A94EA-B8D1-441A-8775-17128285DB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8" name="Google Shape;128;p55">
            <a:extLst xmlns:a="http://schemas.openxmlformats.org/drawingml/2006/main">
              <a:ext uri="{FF2B5EF4-FFF2-40B4-BE49-F238E27FC236}">
                <a16:creationId xmlns:a16="http://schemas.microsoft.com/office/drawing/2014/main" id="{FB12B8CB-AB3A-48EC-BFC5-CCFE5814F02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29" name="Google Shape;129;p55">
            <a:extLst xmlns:a="http://schemas.openxmlformats.org/drawingml/2006/main">
              <a:ext uri="{FF2B5EF4-FFF2-40B4-BE49-F238E27FC236}">
                <a16:creationId xmlns:a16="http://schemas.microsoft.com/office/drawing/2014/main" id="{C76BA31D-4ED4-4977-9242-DEB4065B20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1" name="Google Shape;131;p56">
            <a:extLst xmlns:a="http://schemas.openxmlformats.org/drawingml/2006/main">
              <a:ext uri="{FF2B5EF4-FFF2-40B4-BE49-F238E27FC236}">
                <a16:creationId xmlns:a16="http://schemas.microsoft.com/office/drawing/2014/main" id="{9FCAE6BD-014E-47A8-8B14-88974CC7CD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2" name="Google Shape;132;p56">
            <a:extLst xmlns:a="http://schemas.openxmlformats.org/drawingml/2006/main">
              <a:ext uri="{FF2B5EF4-FFF2-40B4-BE49-F238E27FC236}">
                <a16:creationId xmlns:a16="http://schemas.microsoft.com/office/drawing/2014/main" id="{9DC42E71-A73F-4925-8363-3298A0F07AD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133" name="Google Shape;133;p56">
            <a:extLst xmlns:a="http://schemas.openxmlformats.org/drawingml/2006/main">
              <a:ext uri="{FF2B5EF4-FFF2-40B4-BE49-F238E27FC236}">
                <a16:creationId xmlns:a16="http://schemas.microsoft.com/office/drawing/2014/main" id="{CB9A870F-C88F-4239-A854-D72DDC8C0D4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34" name="Google Shape;134;p56">
            <a:extLst xmlns:a="http://schemas.openxmlformats.org/drawingml/2006/main">
              <a:ext uri="{FF2B5EF4-FFF2-40B4-BE49-F238E27FC236}">
                <a16:creationId xmlns:a16="http://schemas.microsoft.com/office/drawing/2014/main" id="{4711E386-79E2-4546-9C9E-929DDD9EAFA0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135" name="Google Shape;135;p56">
            <a:extLst xmlns:a="http://schemas.openxmlformats.org/drawingml/2006/main">
              <a:ext uri="{FF2B5EF4-FFF2-40B4-BE49-F238E27FC236}">
                <a16:creationId xmlns:a16="http://schemas.microsoft.com/office/drawing/2014/main" id="{B0C79F2D-2122-44B1-B2C3-A5AB91F7E9EF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36" name="Google Shape;136;p56">
            <a:extLst xmlns:a="http://schemas.openxmlformats.org/drawingml/2006/main">
              <a:ext uri="{FF2B5EF4-FFF2-40B4-BE49-F238E27FC236}">
                <a16:creationId xmlns:a16="http://schemas.microsoft.com/office/drawing/2014/main" id="{2BAEFDD3-02CD-460B-AF60-B3E551D2DB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7" name="Google Shape;137;p56">
            <a:extLst xmlns:a="http://schemas.openxmlformats.org/drawingml/2006/main">
              <a:ext uri="{FF2B5EF4-FFF2-40B4-BE49-F238E27FC236}">
                <a16:creationId xmlns:a16="http://schemas.microsoft.com/office/drawing/2014/main" id="{73FC86CD-9016-4B64-A7BF-D3902A721B9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38" name="Google Shape;138;p56">
            <a:extLst xmlns:a="http://schemas.openxmlformats.org/drawingml/2006/main">
              <a:ext uri="{FF2B5EF4-FFF2-40B4-BE49-F238E27FC236}">
                <a16:creationId xmlns:a16="http://schemas.microsoft.com/office/drawing/2014/main" id="{52E0D747-33BD-44B0-975C-04EE8E0AFA4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5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0" name="Google Shape;140;p57">
            <a:extLst xmlns:a="http://schemas.openxmlformats.org/drawingml/2006/main">
              <a:ext uri="{FF2B5EF4-FFF2-40B4-BE49-F238E27FC236}">
                <a16:creationId xmlns:a16="http://schemas.microsoft.com/office/drawing/2014/main" id="{C5D89A4B-1059-4698-B268-30BE32159A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1" name="Google Shape;141;p57">
            <a:extLst xmlns:a="http://schemas.openxmlformats.org/drawingml/2006/main">
              <a:ext uri="{FF2B5EF4-FFF2-40B4-BE49-F238E27FC236}">
                <a16:creationId xmlns:a16="http://schemas.microsoft.com/office/drawing/2014/main" id="{3DD55EED-3E7B-410D-AE18-E015EB6CF01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2" name="Google Shape;142;p57">
            <a:extLst xmlns:a="http://schemas.openxmlformats.org/drawingml/2006/main">
              <a:ext uri="{FF2B5EF4-FFF2-40B4-BE49-F238E27FC236}">
                <a16:creationId xmlns:a16="http://schemas.microsoft.com/office/drawing/2014/main" id="{B88EAF63-ABEE-4D48-AED2-F872C4A19F9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3" name="Google Shape;143;p57">
            <a:extLst xmlns:a="http://schemas.openxmlformats.org/drawingml/2006/main">
              <a:ext uri="{FF2B5EF4-FFF2-40B4-BE49-F238E27FC236}">
                <a16:creationId xmlns:a16="http://schemas.microsoft.com/office/drawing/2014/main" id="{BEC0C2B2-2417-4E64-AAC2-F3E0FEA9AD2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6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5" name="Google Shape;145;p58">
            <a:extLst xmlns:a="http://schemas.openxmlformats.org/drawingml/2006/main">
              <a:ext uri="{FF2B5EF4-FFF2-40B4-BE49-F238E27FC236}">
                <a16:creationId xmlns:a16="http://schemas.microsoft.com/office/drawing/2014/main" id="{026A0885-594E-44AC-BCEE-CE08D62CA0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6" name="Google Shape;146;p58">
            <a:extLst xmlns:a="http://schemas.openxmlformats.org/drawingml/2006/main">
              <a:ext uri="{FF2B5EF4-FFF2-40B4-BE49-F238E27FC236}">
                <a16:creationId xmlns:a16="http://schemas.microsoft.com/office/drawing/2014/main" id="{CE6763F7-6680-4159-A066-B14D25515A8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147" name="Google Shape;147;p58">
            <a:extLst xmlns:a="http://schemas.openxmlformats.org/drawingml/2006/main">
              <a:ext uri="{FF2B5EF4-FFF2-40B4-BE49-F238E27FC236}">
                <a16:creationId xmlns:a16="http://schemas.microsoft.com/office/drawing/2014/main" id="{26E7E0BE-4365-461A-9951-1287D68325C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148" name="Google Shape;148;p58">
            <a:extLst xmlns:a="http://schemas.openxmlformats.org/drawingml/2006/main">
              <a:ext uri="{FF2B5EF4-FFF2-40B4-BE49-F238E27FC236}">
                <a16:creationId xmlns:a16="http://schemas.microsoft.com/office/drawing/2014/main" id="{6D1D6EFD-7A5B-41D7-A0ED-6EB23F85A79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49" name="Google Shape;149;p58">
            <a:extLst xmlns:a="http://schemas.openxmlformats.org/drawingml/2006/main">
              <a:ext uri="{FF2B5EF4-FFF2-40B4-BE49-F238E27FC236}">
                <a16:creationId xmlns:a16="http://schemas.microsoft.com/office/drawing/2014/main" id="{5E402C0C-FB9E-48D1-9F82-0D5BBED2AC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0" name="Google Shape;150;p58">
            <a:extLst xmlns:a="http://schemas.openxmlformats.org/drawingml/2006/main">
              <a:ext uri="{FF2B5EF4-FFF2-40B4-BE49-F238E27FC236}">
                <a16:creationId xmlns:a16="http://schemas.microsoft.com/office/drawing/2014/main" id="{C081798B-06C8-432A-A5C5-8C814C3156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7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59">
            <a:extLst xmlns:a="http://schemas.openxmlformats.org/drawingml/2006/main">
              <a:ext uri="{FF2B5EF4-FFF2-40B4-BE49-F238E27FC236}">
                <a16:creationId xmlns:a16="http://schemas.microsoft.com/office/drawing/2014/main" id="{ACE1D67E-4E21-4A93-8937-3E77BBA9FA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3" name="Google Shape;153;p59">
            <a:extLst xmlns:a="http://schemas.openxmlformats.org/drawingml/2006/main">
              <a:ext uri="{FF2B5EF4-FFF2-40B4-BE49-F238E27FC236}">
                <a16:creationId xmlns:a16="http://schemas.microsoft.com/office/drawing/2014/main" id="{89311270-05CC-4089-BA0E-CEC5881EC971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154" name="Google Shape;154;p59">
            <a:extLst xmlns:a="http://schemas.openxmlformats.org/drawingml/2006/main">
              <a:ext uri="{FF2B5EF4-FFF2-40B4-BE49-F238E27FC236}">
                <a16:creationId xmlns:a16="http://schemas.microsoft.com/office/drawing/2014/main" id="{8D3E5661-DD1E-43FB-A618-67E0DBA382D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 xmlns:a="http://schemas.openxmlformats.org/drawingml/2006/main">
            <a:endParaRPr/>
          </a:p>
        </p:txBody>
      </p:sp>
      <p:sp>
        <p:nvSpPr>
          <p:cNvPr id="155" name="Google Shape;155;p59">
            <a:extLst xmlns:a="http://schemas.openxmlformats.org/drawingml/2006/main">
              <a:ext uri="{FF2B5EF4-FFF2-40B4-BE49-F238E27FC236}">
                <a16:creationId xmlns:a16="http://schemas.microsoft.com/office/drawing/2014/main" id="{6AF755EA-F3BA-45DF-B33A-37628620778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6" name="Google Shape;156;p59">
            <a:extLst xmlns:a="http://schemas.openxmlformats.org/drawingml/2006/main">
              <a:ext uri="{FF2B5EF4-FFF2-40B4-BE49-F238E27FC236}">
                <a16:creationId xmlns:a16="http://schemas.microsoft.com/office/drawing/2014/main" id="{3D2B12EE-C6BC-4A1B-9F77-51F0BA63F43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57" name="Google Shape;157;p59">
            <a:extLst xmlns:a="http://schemas.openxmlformats.org/drawingml/2006/main">
              <a:ext uri="{FF2B5EF4-FFF2-40B4-BE49-F238E27FC236}">
                <a16:creationId xmlns:a16="http://schemas.microsoft.com/office/drawing/2014/main" id="{53ECC5FA-0519-42BA-914C-24D1225370C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8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9" name="Google Shape;159;p60">
            <a:extLst xmlns:a="http://schemas.openxmlformats.org/drawingml/2006/main">
              <a:ext uri="{FF2B5EF4-FFF2-40B4-BE49-F238E27FC236}">
                <a16:creationId xmlns:a16="http://schemas.microsoft.com/office/drawing/2014/main" id="{41025A26-A8BD-474E-9F87-607D12F42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0" name="Google Shape;160;p60">
            <a:extLst xmlns:a="http://schemas.openxmlformats.org/drawingml/2006/main">
              <a:ext uri="{FF2B5EF4-FFF2-40B4-BE49-F238E27FC236}">
                <a16:creationId xmlns:a16="http://schemas.microsoft.com/office/drawing/2014/main" id="{5BA7A284-A93B-4077-A3FC-098073A177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1" name="Google Shape;161;p60">
            <a:extLst xmlns:a="http://schemas.openxmlformats.org/drawingml/2006/main">
              <a:ext uri="{FF2B5EF4-FFF2-40B4-BE49-F238E27FC236}">
                <a16:creationId xmlns:a16="http://schemas.microsoft.com/office/drawing/2014/main" id="{1F9C297F-4968-4A15-9FC6-53C198BCEF7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2" name="Google Shape;162;p60">
            <a:extLst xmlns:a="http://schemas.openxmlformats.org/drawingml/2006/main">
              <a:ext uri="{FF2B5EF4-FFF2-40B4-BE49-F238E27FC236}">
                <a16:creationId xmlns:a16="http://schemas.microsoft.com/office/drawing/2014/main" id="{641B41B8-D817-41D3-94E6-BBA6803230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3" name="Google Shape;163;p60">
            <a:extLst xmlns:a="http://schemas.openxmlformats.org/drawingml/2006/main">
              <a:ext uri="{FF2B5EF4-FFF2-40B4-BE49-F238E27FC236}">
                <a16:creationId xmlns:a16="http://schemas.microsoft.com/office/drawing/2014/main" id="{8982312D-6206-4740-A8E6-416C4D8E495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29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5" name="Google Shape;165;p61">
            <a:extLst xmlns:a="http://schemas.openxmlformats.org/drawingml/2006/main">
              <a:ext uri="{FF2B5EF4-FFF2-40B4-BE49-F238E27FC236}">
                <a16:creationId xmlns:a16="http://schemas.microsoft.com/office/drawing/2014/main" id="{48F306B3-3894-4B5E-A7D3-3B041CF5B98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6" name="Google Shape;166;p61">
            <a:extLst xmlns:a="http://schemas.openxmlformats.org/drawingml/2006/main">
              <a:ext uri="{FF2B5EF4-FFF2-40B4-BE49-F238E27FC236}">
                <a16:creationId xmlns:a16="http://schemas.microsoft.com/office/drawing/2014/main" id="{6DCA77B0-DFB1-4130-A0B4-605A8222B7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7" name="Google Shape;167;p61">
            <a:extLst xmlns:a="http://schemas.openxmlformats.org/drawingml/2006/main">
              <a:ext uri="{FF2B5EF4-FFF2-40B4-BE49-F238E27FC236}">
                <a16:creationId xmlns:a16="http://schemas.microsoft.com/office/drawing/2014/main" id="{AA0CC976-11FB-48B9-ABD4-351C9B3A646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8" name="Google Shape;168;p61">
            <a:extLst xmlns:a="http://schemas.openxmlformats.org/drawingml/2006/main">
              <a:ext uri="{FF2B5EF4-FFF2-40B4-BE49-F238E27FC236}">
                <a16:creationId xmlns:a16="http://schemas.microsoft.com/office/drawing/2014/main" id="{6CBA016B-E84A-48F2-A115-9E7B2F3E15D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69" name="Google Shape;169;p61">
            <a:extLst xmlns:a="http://schemas.openxmlformats.org/drawingml/2006/main">
              <a:ext uri="{FF2B5EF4-FFF2-40B4-BE49-F238E27FC236}">
                <a16:creationId xmlns:a16="http://schemas.microsoft.com/office/drawing/2014/main" id="{7EB66BDD-0CA2-428B-AB8B-0D16084116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0.xml><?xml version="1.0" encoding="utf-8"?>
<p:sldLayout xmlns:p="http://schemas.openxmlformats.org/presentationml/2006/main" matchingName="En blanco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2" name="Google Shape;172;p18">
            <a:extLst xmlns:a="http://schemas.openxmlformats.org/drawingml/2006/main">
              <a:ext uri="{FF2B5EF4-FFF2-40B4-BE49-F238E27FC236}">
                <a16:creationId xmlns:a16="http://schemas.microsoft.com/office/drawing/2014/main" id="{F5AC7DDF-1B1B-4C45-9EC5-7F8B3B4BE94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0" y="0"/>
            <a:ext cx="30000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73" name="Google Shape;173;p18">
            <a:extLst xmlns:a="http://schemas.openxmlformats.org/drawingml/2006/main">
              <a:ext uri="{FF2B5EF4-FFF2-40B4-BE49-F238E27FC236}">
                <a16:creationId xmlns:a16="http://schemas.microsoft.com/office/drawing/2014/main" id="{493A368B-9A4F-43EB-AF5F-00B33B49447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0" y="0"/>
            <a:ext cx="30000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74" name="Google Shape;174;p18">
            <a:extLst xmlns:a="http://schemas.openxmlformats.org/drawingml/2006/main">
              <a:ext uri="{FF2B5EF4-FFF2-40B4-BE49-F238E27FC236}">
                <a16:creationId xmlns:a16="http://schemas.microsoft.com/office/drawing/2014/main" id="{80203340-F819-4B33-8E49-E261D91D4D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0" y="0"/>
            <a:ext cx="3000000" cy="300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>
            <a:lvl1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1.xml><?xml version="1.0" encoding="utf-8"?>
<p:sldLayout xmlns:p="http://schemas.openxmlformats.org/presentationml/2006/main" matchingName="COSMOS - Ejecutivo">
  <p:cSld name="COSMOS - Ejecutiv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2.xml><?xml version="1.0" encoding="utf-8"?>
<p:sldLayout xmlns:p="http://schemas.openxmlformats.org/presentationml/2006/main" matchingName="COSMOS - Ejecutivo">
  <p:cSld name="COSMOS - Ejecutivo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3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4.xml><?xml version="1.0" encoding="utf-8"?>
<p:sldLayout xmlns:p="http://schemas.openxmlformats.org/presentationml/2006/main" matchingName="Diapositiva de título">
  <p:cSld name="Diapositiva de títul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5" name="Google Shape;185;p12">
            <a:extLst xmlns:a="http://schemas.openxmlformats.org/drawingml/2006/main">
              <a:ext uri="{FF2B5EF4-FFF2-40B4-BE49-F238E27FC236}">
                <a16:creationId xmlns:a16="http://schemas.microsoft.com/office/drawing/2014/main" id="{74941B6C-542B-43EE-8089-5BFB9BF34DF0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6" name="Google Shape;186;p12">
            <a:extLst xmlns:a="http://schemas.openxmlformats.org/drawingml/2006/main">
              <a:ext uri="{FF2B5EF4-FFF2-40B4-BE49-F238E27FC236}">
                <a16:creationId xmlns:a16="http://schemas.microsoft.com/office/drawing/2014/main" id="{0A55E8E4-C60D-4A38-894D-4A994046E1B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 xmlns:a="http://schemas.openxmlformats.org/drawingml/2006/main">
            <a:endParaRPr/>
          </a:p>
        </p:txBody>
      </p:sp>
      <p:sp>
        <p:nvSpPr>
          <p:cNvPr id="187" name="Google Shape;187;p12">
            <a:extLst xmlns:a="http://schemas.openxmlformats.org/drawingml/2006/main">
              <a:ext uri="{FF2B5EF4-FFF2-40B4-BE49-F238E27FC236}">
                <a16:creationId xmlns:a16="http://schemas.microsoft.com/office/drawing/2014/main" id="{E98DEB89-ECED-4259-B4E5-CE830BC30CE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8" name="Google Shape;188;p12">
            <a:extLst xmlns:a="http://schemas.openxmlformats.org/drawingml/2006/main">
              <a:ext uri="{FF2B5EF4-FFF2-40B4-BE49-F238E27FC236}">
                <a16:creationId xmlns:a16="http://schemas.microsoft.com/office/drawing/2014/main" id="{91AB2428-A5AC-4853-94E3-D4EEB003DCA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89" name="Google Shape;189;p12">
            <a:extLst xmlns:a="http://schemas.openxmlformats.org/drawingml/2006/main">
              <a:ext uri="{FF2B5EF4-FFF2-40B4-BE49-F238E27FC236}">
                <a16:creationId xmlns:a16="http://schemas.microsoft.com/office/drawing/2014/main" id="{3A62B2B7-FB5D-495E-BBF9-78DA43ACF7D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5.xml><?xml version="1.0" encoding="utf-8"?>
<p:sldLayout xmlns:p="http://schemas.openxmlformats.org/presentationml/2006/main" matchingName="Título y objetos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1" name="Google Shape;191;p13">
            <a:extLst xmlns:a="http://schemas.openxmlformats.org/drawingml/2006/main">
              <a:ext uri="{FF2B5EF4-FFF2-40B4-BE49-F238E27FC236}">
                <a16:creationId xmlns:a16="http://schemas.microsoft.com/office/drawing/2014/main" id="{BAD40086-58CD-41AC-94B0-94FFC645B4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2" name="Google Shape;192;p13">
            <a:extLst xmlns:a="http://schemas.openxmlformats.org/drawingml/2006/main">
              <a:ext uri="{FF2B5EF4-FFF2-40B4-BE49-F238E27FC236}">
                <a16:creationId xmlns:a16="http://schemas.microsoft.com/office/drawing/2014/main" id="{3CC83046-E0B9-487F-8868-C84CD5572E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3" name="Google Shape;193;p13">
            <a:extLst xmlns:a="http://schemas.openxmlformats.org/drawingml/2006/main">
              <a:ext uri="{FF2B5EF4-FFF2-40B4-BE49-F238E27FC236}">
                <a16:creationId xmlns:a16="http://schemas.microsoft.com/office/drawing/2014/main" id="{D7BDE085-B592-4E85-ADD0-2A770E79D49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4" name="Google Shape;194;p13">
            <a:extLst xmlns:a="http://schemas.openxmlformats.org/drawingml/2006/main">
              <a:ext uri="{FF2B5EF4-FFF2-40B4-BE49-F238E27FC236}">
                <a16:creationId xmlns:a16="http://schemas.microsoft.com/office/drawing/2014/main" id="{A6D0FEE8-16E0-4C89-BE2F-02AC869F57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5" name="Google Shape;195;p13">
            <a:extLst xmlns:a="http://schemas.openxmlformats.org/drawingml/2006/main">
              <a:ext uri="{FF2B5EF4-FFF2-40B4-BE49-F238E27FC236}">
                <a16:creationId xmlns:a16="http://schemas.microsoft.com/office/drawing/2014/main" id="{ADC17B60-E91E-42B8-938B-ADCB668CFFC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6.xml><?xml version="1.0" encoding="utf-8"?>
<p:sldLayout xmlns:p="http://schemas.openxmlformats.org/presentationml/2006/main" matchingName="Encabezado de sección">
  <p:cSld name="Encabezado de secció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7" name="Google Shape;197;p14">
            <a:extLst xmlns:a="http://schemas.openxmlformats.org/drawingml/2006/main">
              <a:ext uri="{FF2B5EF4-FFF2-40B4-BE49-F238E27FC236}">
                <a16:creationId xmlns:a16="http://schemas.microsoft.com/office/drawing/2014/main" id="{B8B8141F-7DD0-49D8-A6F3-4F1E2664F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198" name="Google Shape;198;p14">
            <a:extLst xmlns:a="http://schemas.openxmlformats.org/drawingml/2006/main">
              <a:ext uri="{FF2B5EF4-FFF2-40B4-BE49-F238E27FC236}">
                <a16:creationId xmlns:a16="http://schemas.microsoft.com/office/drawing/2014/main" id="{81BDD287-2A80-4EBE-ABA1-FFCC929387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99" name="Google Shape;199;p14">
            <a:extLst xmlns:a="http://schemas.openxmlformats.org/drawingml/2006/main">
              <a:ext uri="{FF2B5EF4-FFF2-40B4-BE49-F238E27FC236}">
                <a16:creationId xmlns:a16="http://schemas.microsoft.com/office/drawing/2014/main" id="{66C0F272-F9B7-4D5C-82AF-AE2074DA743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0" name="Google Shape;200;p14">
            <a:extLst xmlns:a="http://schemas.openxmlformats.org/drawingml/2006/main">
              <a:ext uri="{FF2B5EF4-FFF2-40B4-BE49-F238E27FC236}">
                <a16:creationId xmlns:a16="http://schemas.microsoft.com/office/drawing/2014/main" id="{2B63EE64-E5EC-4502-B343-277A5062A8E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1" name="Google Shape;201;p14">
            <a:extLst xmlns:a="http://schemas.openxmlformats.org/drawingml/2006/main">
              <a:ext uri="{FF2B5EF4-FFF2-40B4-BE49-F238E27FC236}">
                <a16:creationId xmlns:a16="http://schemas.microsoft.com/office/drawing/2014/main" id="{9E1ED57A-7658-4390-ADED-CE9B8949E6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7.xml><?xml version="1.0" encoding="utf-8"?>
<p:sldLayout xmlns:p="http://schemas.openxmlformats.org/presentationml/2006/main" matchingName="Dos objetos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3" name="Google Shape;203;p15">
            <a:extLst xmlns:a="http://schemas.openxmlformats.org/drawingml/2006/main">
              <a:ext uri="{FF2B5EF4-FFF2-40B4-BE49-F238E27FC236}">
                <a16:creationId xmlns:a16="http://schemas.microsoft.com/office/drawing/2014/main" id="{9A945BDF-C563-4731-812E-E1A57C5C1E7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4" name="Google Shape;204;p15">
            <a:extLst xmlns:a="http://schemas.openxmlformats.org/drawingml/2006/main">
              <a:ext uri="{FF2B5EF4-FFF2-40B4-BE49-F238E27FC236}">
                <a16:creationId xmlns:a16="http://schemas.microsoft.com/office/drawing/2014/main" id="{E8913837-D443-421B-9A85-C6BC809CCD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5" name="Google Shape;205;p15">
            <a:extLst xmlns:a="http://schemas.openxmlformats.org/drawingml/2006/main">
              <a:ext uri="{FF2B5EF4-FFF2-40B4-BE49-F238E27FC236}">
                <a16:creationId xmlns:a16="http://schemas.microsoft.com/office/drawing/2014/main" id="{3BE75544-C7A9-4C8E-8636-CDDAA44B2D1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6" name="Google Shape;206;p15">
            <a:extLst xmlns:a="http://schemas.openxmlformats.org/drawingml/2006/main">
              <a:ext uri="{FF2B5EF4-FFF2-40B4-BE49-F238E27FC236}">
                <a16:creationId xmlns:a16="http://schemas.microsoft.com/office/drawing/2014/main" id="{4F00F29C-438A-4E91-827B-4975BD2A86D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7" name="Google Shape;207;p15">
            <a:extLst xmlns:a="http://schemas.openxmlformats.org/drawingml/2006/main">
              <a:ext uri="{FF2B5EF4-FFF2-40B4-BE49-F238E27FC236}">
                <a16:creationId xmlns:a16="http://schemas.microsoft.com/office/drawing/2014/main" id="{4E58BD47-541C-45FC-9BB2-CB55F01CA6F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08" name="Google Shape;208;p15">
            <a:extLst xmlns:a="http://schemas.openxmlformats.org/drawingml/2006/main">
              <a:ext uri="{FF2B5EF4-FFF2-40B4-BE49-F238E27FC236}">
                <a16:creationId xmlns:a16="http://schemas.microsoft.com/office/drawing/2014/main" id="{E3B8B64B-A1C0-40A8-9D44-5E9E8F4529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8.xml><?xml version="1.0" encoding="utf-8"?>
<p:sldLayout xmlns:p="http://schemas.openxmlformats.org/presentationml/2006/main" matchingName="Comparació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0" name="Google Shape;210;p16">
            <a:extLst xmlns:a="http://schemas.openxmlformats.org/drawingml/2006/main">
              <a:ext uri="{FF2B5EF4-FFF2-40B4-BE49-F238E27FC236}">
                <a16:creationId xmlns:a16="http://schemas.microsoft.com/office/drawing/2014/main" id="{424161FD-406A-474E-AE9C-A906A7820F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1" name="Google Shape;211;p16">
            <a:extLst xmlns:a="http://schemas.openxmlformats.org/drawingml/2006/main">
              <a:ext uri="{FF2B5EF4-FFF2-40B4-BE49-F238E27FC236}">
                <a16:creationId xmlns:a16="http://schemas.microsoft.com/office/drawing/2014/main" id="{2B7D88F1-E995-4CAB-ABD2-E9B19D13C98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212" name="Google Shape;212;p16">
            <a:extLst xmlns:a="http://schemas.openxmlformats.org/drawingml/2006/main">
              <a:ext uri="{FF2B5EF4-FFF2-40B4-BE49-F238E27FC236}">
                <a16:creationId xmlns:a16="http://schemas.microsoft.com/office/drawing/2014/main" id="{94C7E59C-089E-484B-B561-EDF7D7EF3D87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505075"/>
            <a:ext cx="5157787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3" name="Google Shape;213;p16">
            <a:extLst xmlns:a="http://schemas.openxmlformats.org/drawingml/2006/main">
              <a:ext uri="{FF2B5EF4-FFF2-40B4-BE49-F238E27FC236}">
                <a16:creationId xmlns:a16="http://schemas.microsoft.com/office/drawing/2014/main" id="{64742A68-D868-4E09-BFCD-084E1CAA99BD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 xmlns:a="http://schemas.openxmlformats.org/drawingml/2006/main">
            <a:endParaRPr/>
          </a:p>
        </p:txBody>
      </p:sp>
      <p:sp>
        <p:nvSpPr>
          <p:cNvPr id="214" name="Google Shape;214;p16">
            <a:extLst xmlns:a="http://schemas.openxmlformats.org/drawingml/2006/main">
              <a:ext uri="{FF2B5EF4-FFF2-40B4-BE49-F238E27FC236}">
                <a16:creationId xmlns:a16="http://schemas.microsoft.com/office/drawing/2014/main" id="{710930C5-041E-49E4-B6D8-39F3C0E80923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6172200" y="2505075"/>
            <a:ext cx="5183188" cy="3684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5" name="Google Shape;215;p16">
            <a:extLst xmlns:a="http://schemas.openxmlformats.org/drawingml/2006/main">
              <a:ext uri="{FF2B5EF4-FFF2-40B4-BE49-F238E27FC236}">
                <a16:creationId xmlns:a16="http://schemas.microsoft.com/office/drawing/2014/main" id="{1757F5CB-CDEB-4078-861D-2BEC9F51DC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6" name="Google Shape;216;p16">
            <a:extLst xmlns:a="http://schemas.openxmlformats.org/drawingml/2006/main">
              <a:ext uri="{FF2B5EF4-FFF2-40B4-BE49-F238E27FC236}">
                <a16:creationId xmlns:a16="http://schemas.microsoft.com/office/drawing/2014/main" id="{3070796A-06BA-4793-B859-3EAE08A187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17" name="Google Shape;217;p16">
            <a:extLst xmlns:a="http://schemas.openxmlformats.org/drawingml/2006/main">
              <a:ext uri="{FF2B5EF4-FFF2-40B4-BE49-F238E27FC236}">
                <a16:creationId xmlns:a16="http://schemas.microsoft.com/office/drawing/2014/main" id="{157EBF71-26D7-4108-8C11-83836DDA0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39.xml><?xml version="1.0" encoding="utf-8"?>
<p:sldLayout xmlns:p="http://schemas.openxmlformats.org/presentationml/2006/main" matchingName="Solo el título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9" name="Google Shape;219;p17">
            <a:extLst xmlns:a="http://schemas.openxmlformats.org/drawingml/2006/main">
              <a:ext uri="{FF2B5EF4-FFF2-40B4-BE49-F238E27FC236}">
                <a16:creationId xmlns:a16="http://schemas.microsoft.com/office/drawing/2014/main" id="{364F9FCE-03DD-4F45-AF78-4E04074D251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0" name="Google Shape;220;p17">
            <a:extLst xmlns:a="http://schemas.openxmlformats.org/drawingml/2006/main">
              <a:ext uri="{FF2B5EF4-FFF2-40B4-BE49-F238E27FC236}">
                <a16:creationId xmlns:a16="http://schemas.microsoft.com/office/drawing/2014/main" id="{BED729E2-F3BF-472C-A37D-BBB87CB1E9F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1" name="Google Shape;221;p17">
            <a:extLst xmlns:a="http://schemas.openxmlformats.org/drawingml/2006/main">
              <a:ext uri="{FF2B5EF4-FFF2-40B4-BE49-F238E27FC236}">
                <a16:creationId xmlns:a16="http://schemas.microsoft.com/office/drawing/2014/main" id="{6C3ADCC4-3B53-4100-B9CC-628331651BC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2" name="Google Shape;222;p17">
            <a:extLst xmlns:a="http://schemas.openxmlformats.org/drawingml/2006/main">
              <a:ext uri="{FF2B5EF4-FFF2-40B4-BE49-F238E27FC236}">
                <a16:creationId xmlns:a16="http://schemas.microsoft.com/office/drawing/2014/main" id="{E6B20C91-E29C-4414-9393-56CAC24FF79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0.xml><?xml version="1.0" encoding="utf-8"?>
<p:sldLayout xmlns:p="http://schemas.openxmlformats.org/presentationml/2006/main" matchingName="Contenido con título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4" name="Google Shape;224;p19">
            <a:extLst xmlns:a="http://schemas.openxmlformats.org/drawingml/2006/main">
              <a:ext uri="{FF2B5EF4-FFF2-40B4-BE49-F238E27FC236}">
                <a16:creationId xmlns:a16="http://schemas.microsoft.com/office/drawing/2014/main" id="{5F8BCEA7-90C8-45E0-BFDC-0D028D304AE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5" name="Google Shape;225;p19">
            <a:extLst xmlns:a="http://schemas.openxmlformats.org/drawingml/2006/main">
              <a:ext uri="{FF2B5EF4-FFF2-40B4-BE49-F238E27FC236}">
                <a16:creationId xmlns:a16="http://schemas.microsoft.com/office/drawing/2014/main" id="{A04B622C-1B29-4465-896F-FEC44ECBBB6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226" name="Google Shape;226;p19">
            <a:extLst xmlns:a="http://schemas.openxmlformats.org/drawingml/2006/main">
              <a:ext uri="{FF2B5EF4-FFF2-40B4-BE49-F238E27FC236}">
                <a16:creationId xmlns:a16="http://schemas.microsoft.com/office/drawing/2014/main" id="{4197A49B-8E83-4AA5-A91F-07634AD2A92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227" name="Google Shape;227;p19">
            <a:extLst xmlns:a="http://schemas.openxmlformats.org/drawingml/2006/main">
              <a:ext uri="{FF2B5EF4-FFF2-40B4-BE49-F238E27FC236}">
                <a16:creationId xmlns:a16="http://schemas.microsoft.com/office/drawing/2014/main" id="{C19BB941-2D82-46A7-BD10-6B37A7D586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8" name="Google Shape;228;p19">
            <a:extLst xmlns:a="http://schemas.openxmlformats.org/drawingml/2006/main">
              <a:ext uri="{FF2B5EF4-FFF2-40B4-BE49-F238E27FC236}">
                <a16:creationId xmlns:a16="http://schemas.microsoft.com/office/drawing/2014/main" id="{5F9DEC93-5BDB-4D98-9359-4F7A6632E81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29" name="Google Shape;229;p19">
            <a:extLst xmlns:a="http://schemas.openxmlformats.org/drawingml/2006/main">
              <a:ext uri="{FF2B5EF4-FFF2-40B4-BE49-F238E27FC236}">
                <a16:creationId xmlns:a16="http://schemas.microsoft.com/office/drawing/2014/main" id="{0797075B-F8E8-4A6E-8573-BACB4F2093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1.xml><?xml version="1.0" encoding="utf-8"?>
<p:sldLayout xmlns:p="http://schemas.openxmlformats.org/presentationml/2006/main" matchingName="Imagen con título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1" name="Google Shape;231;p20">
            <a:extLst xmlns:a="http://schemas.openxmlformats.org/drawingml/2006/main">
              <a:ext uri="{FF2B5EF4-FFF2-40B4-BE49-F238E27FC236}">
                <a16:creationId xmlns:a16="http://schemas.microsoft.com/office/drawing/2014/main" id="{DD9168D9-89D6-47CD-9CD2-2D192A4AD1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2" name="Google Shape;232;p20">
            <a:extLst xmlns:a="http://schemas.openxmlformats.org/drawingml/2006/main">
              <a:ext uri="{FF2B5EF4-FFF2-40B4-BE49-F238E27FC236}">
                <a16:creationId xmlns:a16="http://schemas.microsoft.com/office/drawing/2014/main" id="{071266AF-61D6-47C1-AC9B-F8D8C23D972D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5183188" y="987425"/>
            <a:ext cx="6172200" cy="487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233" name="Google Shape;233;p20">
            <a:extLst xmlns:a="http://schemas.openxmlformats.org/drawingml/2006/main">
              <a:ext uri="{FF2B5EF4-FFF2-40B4-BE49-F238E27FC236}">
                <a16:creationId xmlns:a16="http://schemas.microsoft.com/office/drawing/2014/main" id="{DC40E06A-DE47-4319-8929-366DE53B85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2057400"/>
            <a:ext cx="3932237" cy="381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 xmlns:a="http://schemas.openxmlformats.org/drawingml/2006/main">
            <a:endParaRPr/>
          </a:p>
        </p:txBody>
      </p:sp>
      <p:sp>
        <p:nvSpPr>
          <p:cNvPr id="234" name="Google Shape;234;p20">
            <a:extLst xmlns:a="http://schemas.openxmlformats.org/drawingml/2006/main">
              <a:ext uri="{FF2B5EF4-FFF2-40B4-BE49-F238E27FC236}">
                <a16:creationId xmlns:a16="http://schemas.microsoft.com/office/drawing/2014/main" id="{0C4CD48D-74A3-4F46-A4EB-085EF2DB50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5" name="Google Shape;235;p20">
            <a:extLst xmlns:a="http://schemas.openxmlformats.org/drawingml/2006/main">
              <a:ext uri="{FF2B5EF4-FFF2-40B4-BE49-F238E27FC236}">
                <a16:creationId xmlns:a16="http://schemas.microsoft.com/office/drawing/2014/main" id="{D50816C9-4816-4E6D-8748-0CC334226F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6" name="Google Shape;236;p20">
            <a:extLst xmlns:a="http://schemas.openxmlformats.org/drawingml/2006/main">
              <a:ext uri="{FF2B5EF4-FFF2-40B4-BE49-F238E27FC236}">
                <a16:creationId xmlns:a16="http://schemas.microsoft.com/office/drawing/2014/main" id="{BBDA07C9-4BD9-47F7-B071-8BC8D1A77C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2.xml><?xml version="1.0" encoding="utf-8"?>
<p:sldLayout xmlns:p="http://schemas.openxmlformats.org/presentationml/2006/main" matchingName="Título y texto vertical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8" name="Google Shape;238;p21">
            <a:extLst xmlns:a="http://schemas.openxmlformats.org/drawingml/2006/main">
              <a:ext uri="{FF2B5EF4-FFF2-40B4-BE49-F238E27FC236}">
                <a16:creationId xmlns:a16="http://schemas.microsoft.com/office/drawing/2014/main" id="{7AFC1282-C0A9-4BD8-8973-7C4A92621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39" name="Google Shape;239;p21">
            <a:extLst xmlns:a="http://schemas.openxmlformats.org/drawingml/2006/main">
              <a:ext uri="{FF2B5EF4-FFF2-40B4-BE49-F238E27FC236}">
                <a16:creationId xmlns:a16="http://schemas.microsoft.com/office/drawing/2014/main" id="{89BFA642-BE1E-48A2-AB0D-03720FFDC7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3920331" y="-1256506"/>
            <a:ext cx="4351338" cy="1051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0" name="Google Shape;240;p21">
            <a:extLst xmlns:a="http://schemas.openxmlformats.org/drawingml/2006/main">
              <a:ext uri="{FF2B5EF4-FFF2-40B4-BE49-F238E27FC236}">
                <a16:creationId xmlns:a16="http://schemas.microsoft.com/office/drawing/2014/main" id="{942A7EEB-D265-4B6A-9095-565D0C41D30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1" name="Google Shape;241;p21">
            <a:extLst xmlns:a="http://schemas.openxmlformats.org/drawingml/2006/main">
              <a:ext uri="{FF2B5EF4-FFF2-40B4-BE49-F238E27FC236}">
                <a16:creationId xmlns:a16="http://schemas.microsoft.com/office/drawing/2014/main" id="{D0C6705A-8E5F-406E-88C4-9A3E07073F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2" name="Google Shape;242;p21">
            <a:extLst xmlns:a="http://schemas.openxmlformats.org/drawingml/2006/main">
              <a:ext uri="{FF2B5EF4-FFF2-40B4-BE49-F238E27FC236}">
                <a16:creationId xmlns:a16="http://schemas.microsoft.com/office/drawing/2014/main" id="{C4ED3231-D5D7-4E22-AA57-8F74B87007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Layouts/slideLayout43.xml><?xml version="1.0" encoding="utf-8"?>
<p:sldLayout xmlns:p="http://schemas.openxmlformats.org/presentationml/2006/main" matchingName="Título vertical y texto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4" name="Google Shape;244;p22">
            <a:extLst xmlns:a="http://schemas.openxmlformats.org/drawingml/2006/main">
              <a:ext uri="{FF2B5EF4-FFF2-40B4-BE49-F238E27FC236}">
                <a16:creationId xmlns:a16="http://schemas.microsoft.com/office/drawing/2014/main" id="{5C859C04-5DFC-4A67-A7CA-8AF380580BE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7133431" y="1956594"/>
            <a:ext cx="5811838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5" name="Google Shape;245;p22">
            <a:extLst xmlns:a="http://schemas.openxmlformats.org/drawingml/2006/main">
              <a:ext uri="{FF2B5EF4-FFF2-40B4-BE49-F238E27FC236}">
                <a16:creationId xmlns:a16="http://schemas.microsoft.com/office/drawing/2014/main" id="{4150D066-9E2E-4A15-95E6-F84E457CE5A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1799431" y="-596106"/>
            <a:ext cx="5811838" cy="773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6" name="Google Shape;246;p22">
            <a:extLst xmlns:a="http://schemas.openxmlformats.org/drawingml/2006/main">
              <a:ext uri="{FF2B5EF4-FFF2-40B4-BE49-F238E27FC236}">
                <a16:creationId xmlns:a16="http://schemas.microsoft.com/office/drawing/2014/main" id="{02F12E1A-B3D8-4964-B4D2-9B828ADA416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7" name="Google Shape;247;p22">
            <a:extLst xmlns:a="http://schemas.openxmlformats.org/drawingml/2006/main">
              <a:ext uri="{FF2B5EF4-FFF2-40B4-BE49-F238E27FC236}">
                <a16:creationId xmlns:a16="http://schemas.microsoft.com/office/drawing/2014/main" id="{EA002582-342C-4369-BD79-E42ED434609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 xmlns:a="http://schemas.openxmlformats.org/drawingml/2006/main">
            <a:endParaRPr/>
          </a:p>
        </p:txBody>
      </p:sp>
      <p:sp>
        <p:nvSpPr>
          <p:cNvPr id="248" name="Google Shape;248;p22">
            <a:extLst xmlns:a="http://schemas.openxmlformats.org/drawingml/2006/main">
              <a:ext uri="{FF2B5EF4-FFF2-40B4-BE49-F238E27FC236}">
                <a16:creationId xmlns:a16="http://schemas.microsoft.com/office/drawing/2014/main" id="{8A7DD43D-11F5-406B-AB56-5E4381F4BF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98879c0afb4c86" /><Relationship Type="http://schemas.openxmlformats.org/officeDocument/2006/relationships/slideLayout" Target="/ppt/slideLayouts/slideLayout1.xml" Id="R42058630b6424421" /><Relationship Type="http://schemas.openxmlformats.org/officeDocument/2006/relationships/slideLayout" Target="/ppt/slideLayouts/slideLayout2.xml" Id="Rdb5f4dde5b54459c" /><Relationship Type="http://schemas.openxmlformats.org/officeDocument/2006/relationships/slideLayout" Target="/ppt/slideLayouts/slideLayout3.xml" Id="Ra38d945a61524bc4" /><Relationship Type="http://schemas.openxmlformats.org/officeDocument/2006/relationships/slideLayout" Target="/ppt/slideLayouts/slideLayout4.xml" Id="R9643202e06f4459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de061aaee13543de" /><Relationship Type="http://schemas.openxmlformats.org/officeDocument/2006/relationships/slideLayout" Target="/ppt/slideLayouts/slideLayout5.xml" Id="R09c18d384d8f4b35" /><Relationship Type="http://schemas.openxmlformats.org/officeDocument/2006/relationships/slideLayout" Target="/ppt/slideLayouts/slideLayout6.xml" Id="Rf82f20f006d64bb4" /><Relationship Type="http://schemas.openxmlformats.org/officeDocument/2006/relationships/slideLayout" Target="/ppt/slideLayouts/slideLayout7.xml" Id="R086a93ef3f5344a3" /><Relationship Type="http://schemas.openxmlformats.org/officeDocument/2006/relationships/slideLayout" Target="/ppt/slideLayouts/slideLayout8.xml" Id="R08d9e52348fe4fb4" /><Relationship Type="http://schemas.openxmlformats.org/officeDocument/2006/relationships/slideLayout" Target="/ppt/slideLayouts/slideLayout9.xml" Id="R4b92223b0c2f4f1b" /><Relationship Type="http://schemas.openxmlformats.org/officeDocument/2006/relationships/slideLayout" Target="/ppt/slideLayouts/slideLayout10.xml" Id="R1b9660803c124075" /><Relationship Type="http://schemas.openxmlformats.org/officeDocument/2006/relationships/slideLayout" Target="/ppt/slideLayouts/slideLayout11.xml" Id="Rdb7956e853364da7" /><Relationship Type="http://schemas.openxmlformats.org/officeDocument/2006/relationships/slideLayout" Target="/ppt/slideLayouts/slideLayout12.xml" Id="Rd3a7159d7722465c" /><Relationship Type="http://schemas.openxmlformats.org/officeDocument/2006/relationships/slideLayout" Target="/ppt/slideLayouts/slideLayout13.xml" Id="R3f36b2dfda4d47c9" /><Relationship Type="http://schemas.openxmlformats.org/officeDocument/2006/relationships/slideLayout" Target="/ppt/slideLayouts/slideLayout14.xml" Id="R994d7d645ba14a8a" /><Relationship Type="http://schemas.openxmlformats.org/officeDocument/2006/relationships/slideLayout" Target="/ppt/slideLayouts/slideLayout15.xml" Id="Ra3f8ad7d70084058" /><Relationship Type="http://schemas.openxmlformats.org/officeDocument/2006/relationships/slideLayout" Target="/ppt/slideLayouts/slideLayout16.xml" Id="R2c21bca67dd2468b" /><Relationship Type="http://schemas.openxmlformats.org/officeDocument/2006/relationships/slideLayout" Target="/ppt/slideLayouts/slideLayout17.xml" Id="R09ad6c4d290f4d9e" /><Relationship Type="http://schemas.openxmlformats.org/officeDocument/2006/relationships/slideLayout" Target="/ppt/slideLayouts/slideLayout18.xml" Id="R996e23a6a0804c9d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3b9b034d7e064d7c" /><Relationship Type="http://schemas.openxmlformats.org/officeDocument/2006/relationships/slideLayout" Target="/ppt/slideLayouts/slideLayout19.xml" Id="R6810ead4cd1c475e" /><Relationship Type="http://schemas.openxmlformats.org/officeDocument/2006/relationships/slideLayout" Target="/ppt/slideLayouts/slideLayout20.xml" Id="R19d259d53bf64886" /><Relationship Type="http://schemas.openxmlformats.org/officeDocument/2006/relationships/slideLayout" Target="/ppt/slideLayouts/slideLayout21.xml" Id="R26ae0965288043a4" /><Relationship Type="http://schemas.openxmlformats.org/officeDocument/2006/relationships/slideLayout" Target="/ppt/slideLayouts/slideLayout22.xml" Id="R1a0e81f83e404c0e" /><Relationship Type="http://schemas.openxmlformats.org/officeDocument/2006/relationships/slideLayout" Target="/ppt/slideLayouts/slideLayout23.xml" Id="R69ca792b2a824b26" /><Relationship Type="http://schemas.openxmlformats.org/officeDocument/2006/relationships/slideLayout" Target="/ppt/slideLayouts/slideLayout24.xml" Id="R40fd9ba4aa024e11" /><Relationship Type="http://schemas.openxmlformats.org/officeDocument/2006/relationships/slideLayout" Target="/ppt/slideLayouts/slideLayout25.xml" Id="R03b8ad91e29b41e8" /><Relationship Type="http://schemas.openxmlformats.org/officeDocument/2006/relationships/slideLayout" Target="/ppt/slideLayouts/slideLayout26.xml" Id="R9c63dd88780947fe" /><Relationship Type="http://schemas.openxmlformats.org/officeDocument/2006/relationships/slideLayout" Target="/ppt/slideLayouts/slideLayout27.xml" Id="R9d80bf59699247f1" /><Relationship Type="http://schemas.openxmlformats.org/officeDocument/2006/relationships/slideLayout" Target="/ppt/slideLayouts/slideLayout28.xml" Id="Rf9698a4e61fe4d50" /><Relationship Type="http://schemas.openxmlformats.org/officeDocument/2006/relationships/slideLayout" Target="/ppt/slideLayouts/slideLayout29.xml" Id="R6a58bb4938934f15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9b47db2e2bd94f7e" /><Relationship Type="http://schemas.openxmlformats.org/officeDocument/2006/relationships/slideLayout" Target="/ppt/slideLayouts/slideLayout30.xml" Id="Rf5022281b87240ae" /><Relationship Type="http://schemas.openxmlformats.org/officeDocument/2006/relationships/slideLayout" Target="/ppt/slideLayouts/slideLayout31.xml" Id="R53bfdb6c6b8541d4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1adabbdf497e4ed7" /><Relationship Type="http://schemas.openxmlformats.org/officeDocument/2006/relationships/slideLayout" Target="/ppt/slideLayouts/slideLayout32.xml" Id="Rdb485c23222442db" /><Relationship Type="http://schemas.openxmlformats.org/officeDocument/2006/relationships/slideLayout" Target="/ppt/slideLayouts/slideLayout33.xml" Id="Rbfdf61cd375748b3" /><Relationship Type="http://schemas.openxmlformats.org/officeDocument/2006/relationships/slideLayout" Target="/ppt/slideLayouts/slideLayout34.xml" Id="Rb7e3c6c0e0f54079" /><Relationship Type="http://schemas.openxmlformats.org/officeDocument/2006/relationships/slideLayout" Target="/ppt/slideLayouts/slideLayout35.xml" Id="Rc23b6a573e084e70" /><Relationship Type="http://schemas.openxmlformats.org/officeDocument/2006/relationships/slideLayout" Target="/ppt/slideLayouts/slideLayout36.xml" Id="R224240b786ca42a8" /><Relationship Type="http://schemas.openxmlformats.org/officeDocument/2006/relationships/slideLayout" Target="/ppt/slideLayouts/slideLayout37.xml" Id="R8887ef45dcd4415f" /><Relationship Type="http://schemas.openxmlformats.org/officeDocument/2006/relationships/slideLayout" Target="/ppt/slideLayouts/slideLayout38.xml" Id="R430868318c1d4f35" /><Relationship Type="http://schemas.openxmlformats.org/officeDocument/2006/relationships/slideLayout" Target="/ppt/slideLayouts/slideLayout39.xml" Id="R9a5e1148ef364d5c" /><Relationship Type="http://schemas.openxmlformats.org/officeDocument/2006/relationships/slideLayout" Target="/ppt/slideLayouts/slideLayout40.xml" Id="R98d43bd058eb4b63" /><Relationship Type="http://schemas.openxmlformats.org/officeDocument/2006/relationships/slideLayout" Target="/ppt/slideLayouts/slideLayout41.xml" Id="R2d9d4d771f194d15" /><Relationship Type="http://schemas.openxmlformats.org/officeDocument/2006/relationships/slideLayout" Target="/ppt/slideLayouts/slideLayout42.xml" Id="Rd71b1015fab3465c" /><Relationship Type="http://schemas.openxmlformats.org/officeDocument/2006/relationships/slideLayout" Target="/ppt/slideLayouts/slideLayout43.xml" Id="R298ad5534306439e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Google Shape;10;p6">
            <a:extLst xmlns:a="http://schemas.openxmlformats.org/drawingml/2006/main">
              <a:ext uri="{FF2B5EF4-FFF2-40B4-BE49-F238E27FC236}">
                <a16:creationId xmlns:a16="http://schemas.microsoft.com/office/drawing/2014/main" id="{38A5D14C-C65C-4249-BA34-C8DAA3AAD979}"/>
              </a:ext>
            </a:extLst>
          </p:cNvPr>
          <p:cNvCxnSpPr/>
          <p:nvPr/>
        </p:nvCxnSpPr>
        <p:spPr>
          <a:xfrm xmlns:a="http://schemas.openxmlformats.org/drawingml/2006/main">
            <a:off x="1976209" y="1801621"/>
            <a:ext cx="5801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6">
            <a:extLst xmlns:a="http://schemas.openxmlformats.org/drawingml/2006/main">
              <a:ext uri="{FF2B5EF4-FFF2-40B4-BE49-F238E27FC236}">
                <a16:creationId xmlns:a16="http://schemas.microsoft.com/office/drawing/2014/main" id="{B8087A13-BE61-4EFA-B4E3-6CB347BE2532}"/>
              </a:ext>
            </a:extLst>
          </p:cNvPr>
          <p:cNvCxnSpPr/>
          <p:nvPr/>
        </p:nvCxnSpPr>
        <p:spPr>
          <a:xfrm xmlns:a="http://schemas.openxmlformats.org/drawingml/2006/main">
            <a:off x="11404509" y="291556"/>
            <a:ext cx="0" cy="153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" name="Google Shape;12;p6">
            <a:extLst xmlns:a="http://schemas.openxmlformats.org/drawingml/2006/main">
              <a:ext uri="{FF2B5EF4-FFF2-40B4-BE49-F238E27FC236}">
                <a16:creationId xmlns:a16="http://schemas.microsoft.com/office/drawing/2014/main" id="{0FE0FA33-440D-4B0A-9C2C-14943D11E1E4}"/>
              </a:ext>
            </a:extLst>
          </p:cNvPr>
          <p:cNvCxnSpPr/>
          <p:nvPr/>
        </p:nvCxnSpPr>
        <p:spPr>
          <a:xfrm xmlns:a="http://schemas.openxmlformats.org/drawingml/2006/main">
            <a:off x="11404509" y="444803"/>
            <a:ext cx="48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058630b6424421"/>
    <p:sldLayoutId xmlns:r="http://schemas.openxmlformats.org/officeDocument/2006/relationships" id="2147483650" r:id="Rdb5f4dde5b54459c"/>
    <p:sldLayoutId xmlns:r="http://schemas.openxmlformats.org/officeDocument/2006/relationships" id="2147483651" r:id="Ra38d945a61524bc4"/>
    <p:sldLayoutId xmlns:r="http://schemas.openxmlformats.org/officeDocument/2006/relationships" id="2147483652" r:id="R9643202e06f4459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oogle Shape;18;p27">
            <a:extLst xmlns:a="http://schemas.openxmlformats.org/drawingml/2006/main">
              <a:ext uri="{FF2B5EF4-FFF2-40B4-BE49-F238E27FC236}">
                <a16:creationId xmlns:a16="http://schemas.microsoft.com/office/drawing/2014/main" id="{265A978B-02A0-4139-A057-2AEC57715FE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9" name="Google Shape;19;p27">
            <a:extLst xmlns:a="http://schemas.openxmlformats.org/drawingml/2006/main">
              <a:ext uri="{FF2B5EF4-FFF2-40B4-BE49-F238E27FC236}">
                <a16:creationId xmlns:a16="http://schemas.microsoft.com/office/drawing/2014/main" id="{5DA6F8AA-856B-45C4-AEAE-50E85F5599D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0" name="Google Shape;20;p27">
            <a:extLst xmlns:a="http://schemas.openxmlformats.org/drawingml/2006/main">
              <a:ext uri="{FF2B5EF4-FFF2-40B4-BE49-F238E27FC236}">
                <a16:creationId xmlns:a16="http://schemas.microsoft.com/office/drawing/2014/main" id="{69ED3B5D-99BE-460C-8C4C-E20C9A5D05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1" name="Google Shape;21;p27">
            <a:extLst xmlns:a="http://schemas.openxmlformats.org/drawingml/2006/main">
              <a:ext uri="{FF2B5EF4-FFF2-40B4-BE49-F238E27FC236}">
                <a16:creationId xmlns:a16="http://schemas.microsoft.com/office/drawing/2014/main" id="{D56633EF-3CCC-4121-B137-03948FD7C87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22" name="Google Shape;22;p27">
            <a:extLst xmlns:a="http://schemas.openxmlformats.org/drawingml/2006/main">
              <a:ext uri="{FF2B5EF4-FFF2-40B4-BE49-F238E27FC236}">
                <a16:creationId xmlns:a16="http://schemas.microsoft.com/office/drawing/2014/main" id="{CBCEA6B8-DF81-46A1-8FCA-D2BE0E29E48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54" r:id="R09c18d384d8f4b35"/>
    <p:sldLayoutId xmlns:r="http://schemas.openxmlformats.org/officeDocument/2006/relationships" id="2147483655" r:id="Rf82f20f006d64bb4"/>
    <p:sldLayoutId xmlns:r="http://schemas.openxmlformats.org/officeDocument/2006/relationships" id="2147483656" r:id="R086a93ef3f5344a3"/>
    <p:sldLayoutId xmlns:r="http://schemas.openxmlformats.org/officeDocument/2006/relationships" id="2147483657" r:id="R08d9e52348fe4fb4"/>
    <p:sldLayoutId xmlns:r="http://schemas.openxmlformats.org/officeDocument/2006/relationships" id="2147483658" r:id="R4b92223b0c2f4f1b"/>
    <p:sldLayoutId xmlns:r="http://schemas.openxmlformats.org/officeDocument/2006/relationships" id="2147483659" r:id="R1b9660803c124075"/>
    <p:sldLayoutId xmlns:r="http://schemas.openxmlformats.org/officeDocument/2006/relationships" id="2147483660" r:id="Rdb7956e853364da7"/>
    <p:sldLayoutId xmlns:r="http://schemas.openxmlformats.org/officeDocument/2006/relationships" id="2147483661" r:id="Rd3a7159d7722465c"/>
    <p:sldLayoutId xmlns:r="http://schemas.openxmlformats.org/officeDocument/2006/relationships" id="2147483662" r:id="R3f36b2dfda4d47c9"/>
    <p:sldLayoutId xmlns:r="http://schemas.openxmlformats.org/officeDocument/2006/relationships" id="2147483663" r:id="R994d7d645ba14a8a"/>
    <p:sldLayoutId xmlns:r="http://schemas.openxmlformats.org/officeDocument/2006/relationships" id="2147483664" r:id="Ra3f8ad7d70084058"/>
    <p:sldLayoutId xmlns:r="http://schemas.openxmlformats.org/officeDocument/2006/relationships" id="2147483665" r:id="R2c21bca67dd2468b"/>
    <p:sldLayoutId xmlns:r="http://schemas.openxmlformats.org/officeDocument/2006/relationships" id="2147483666" r:id="R09ad6c4d290f4d9e"/>
    <p:sldLayoutId xmlns:r="http://schemas.openxmlformats.org/officeDocument/2006/relationships" id="2147483667" r:id="R996e23a6a0804c9d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46">
            <a:extLst xmlns:a="http://schemas.openxmlformats.org/drawingml/2006/main">
              <a:ext uri="{FF2B5EF4-FFF2-40B4-BE49-F238E27FC236}">
                <a16:creationId xmlns:a16="http://schemas.microsoft.com/office/drawing/2014/main" id="{CEA12F2C-177E-48CE-9C7D-B893198D0CB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7" name="Google Shape;97;p46">
            <a:extLst xmlns:a="http://schemas.openxmlformats.org/drawingml/2006/main">
              <a:ext uri="{FF2B5EF4-FFF2-40B4-BE49-F238E27FC236}">
                <a16:creationId xmlns:a16="http://schemas.microsoft.com/office/drawing/2014/main" id="{2EE8E4FE-9BBD-4DE3-8418-A9D66713E04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8" name="Google Shape;98;p46">
            <a:extLst xmlns:a="http://schemas.openxmlformats.org/drawingml/2006/main">
              <a:ext uri="{FF2B5EF4-FFF2-40B4-BE49-F238E27FC236}">
                <a16:creationId xmlns:a16="http://schemas.microsoft.com/office/drawing/2014/main" id="{2F86C477-C28F-4109-8C5E-21645101697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99" name="Google Shape;99;p46">
            <a:extLst xmlns:a="http://schemas.openxmlformats.org/drawingml/2006/main">
              <a:ext uri="{FF2B5EF4-FFF2-40B4-BE49-F238E27FC236}">
                <a16:creationId xmlns:a16="http://schemas.microsoft.com/office/drawing/2014/main" id="{C13910F5-C2F1-4E02-85A9-12813E5475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00" name="Google Shape;100;p46">
            <a:extLst xmlns:a="http://schemas.openxmlformats.org/drawingml/2006/main">
              <a:ext uri="{FF2B5EF4-FFF2-40B4-BE49-F238E27FC236}">
                <a16:creationId xmlns:a16="http://schemas.microsoft.com/office/drawing/2014/main" id="{7DB834CB-F446-43E4-8A79-7860FA4EC9A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6810ead4cd1c475e"/>
    <p:sldLayoutId xmlns:r="http://schemas.openxmlformats.org/officeDocument/2006/relationships" id="2147483670" r:id="R19d259d53bf64886"/>
    <p:sldLayoutId xmlns:r="http://schemas.openxmlformats.org/officeDocument/2006/relationships" id="2147483671" r:id="R26ae0965288043a4"/>
    <p:sldLayoutId xmlns:r="http://schemas.openxmlformats.org/officeDocument/2006/relationships" id="2147483672" r:id="R1a0e81f83e404c0e"/>
    <p:sldLayoutId xmlns:r="http://schemas.openxmlformats.org/officeDocument/2006/relationships" id="2147483673" r:id="R69ca792b2a824b26"/>
    <p:sldLayoutId xmlns:r="http://schemas.openxmlformats.org/officeDocument/2006/relationships" id="2147483674" r:id="R40fd9ba4aa024e11"/>
    <p:sldLayoutId xmlns:r="http://schemas.openxmlformats.org/officeDocument/2006/relationships" id="2147483675" r:id="R03b8ad91e29b41e8"/>
    <p:sldLayoutId xmlns:r="http://schemas.openxmlformats.org/officeDocument/2006/relationships" id="2147483676" r:id="R9c63dd88780947fe"/>
    <p:sldLayoutId xmlns:r="http://schemas.openxmlformats.org/officeDocument/2006/relationships" id="2147483677" r:id="R9d80bf59699247f1"/>
    <p:sldLayoutId xmlns:r="http://schemas.openxmlformats.org/officeDocument/2006/relationships" id="2147483678" r:id="Rf9698a4e61fe4d50"/>
    <p:sldLayoutId xmlns:r="http://schemas.openxmlformats.org/officeDocument/2006/relationships" id="2147483679" r:id="R6a58bb4938934f15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1" r:id="Rf5022281b87240ae"/>
    <p:sldLayoutId xmlns:r="http://schemas.openxmlformats.org/officeDocument/2006/relationships" id="2147483682" r:id="R53bfdb6c6b8541d4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7" name="Google Shape;177;p8">
            <a:extLst xmlns:a="http://schemas.openxmlformats.org/drawingml/2006/main">
              <a:ext uri="{FF2B5EF4-FFF2-40B4-BE49-F238E27FC236}">
                <a16:creationId xmlns:a16="http://schemas.microsoft.com/office/drawing/2014/main" id="{4190F892-14EC-4D70-A7CB-5B379304632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78" name="Google Shape;178;p8">
            <a:extLst xmlns:a="http://schemas.openxmlformats.org/drawingml/2006/main">
              <a:ext uri="{FF2B5EF4-FFF2-40B4-BE49-F238E27FC236}">
                <a16:creationId xmlns:a16="http://schemas.microsoft.com/office/drawing/2014/main" id="{4ED99997-7D42-4948-88DE-BFF92A3936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marR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marR="0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marR="0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79" name="Google Shape;179;p8">
            <a:extLst xmlns:a="http://schemas.openxmlformats.org/drawingml/2006/main">
              <a:ext uri="{FF2B5EF4-FFF2-40B4-BE49-F238E27FC236}">
                <a16:creationId xmlns:a16="http://schemas.microsoft.com/office/drawing/2014/main" id="{DC6C0706-40CD-414A-B23B-567D8137E2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0" name="Google Shape;180;p8">
            <a:extLst xmlns:a="http://schemas.openxmlformats.org/drawingml/2006/main">
              <a:ext uri="{FF2B5EF4-FFF2-40B4-BE49-F238E27FC236}">
                <a16:creationId xmlns:a16="http://schemas.microsoft.com/office/drawing/2014/main" id="{CF902FF8-586A-484A-9244-4E283C8995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endParaRPr/>
          </a:p>
        </p:txBody>
      </p:sp>
      <p:sp>
        <p:nvSpPr>
          <p:cNvPr id="181" name="Google Shape;181;p8">
            <a:extLst xmlns:a="http://schemas.openxmlformats.org/drawingml/2006/main">
              <a:ext uri="{FF2B5EF4-FFF2-40B4-BE49-F238E27FC236}">
                <a16:creationId xmlns:a16="http://schemas.microsoft.com/office/drawing/2014/main" id="{2B54DB8F-EF46-4169-AEFB-06AED38ECC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marR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84" r:id="Rdb485c23222442db"/>
    <p:sldLayoutId xmlns:r="http://schemas.openxmlformats.org/officeDocument/2006/relationships" id="2147483685" r:id="Rbfdf61cd375748b3"/>
    <p:sldLayoutId xmlns:r="http://schemas.openxmlformats.org/officeDocument/2006/relationships" id="2147483686" r:id="Rb7e3c6c0e0f54079"/>
    <p:sldLayoutId xmlns:r="http://schemas.openxmlformats.org/officeDocument/2006/relationships" id="2147483687" r:id="Rc23b6a573e084e70"/>
    <p:sldLayoutId xmlns:r="http://schemas.openxmlformats.org/officeDocument/2006/relationships" id="2147483688" r:id="R224240b786ca42a8"/>
    <p:sldLayoutId xmlns:r="http://schemas.openxmlformats.org/officeDocument/2006/relationships" id="2147483689" r:id="R8887ef45dcd4415f"/>
    <p:sldLayoutId xmlns:r="http://schemas.openxmlformats.org/officeDocument/2006/relationships" id="2147483690" r:id="R430868318c1d4f35"/>
    <p:sldLayoutId xmlns:r="http://schemas.openxmlformats.org/officeDocument/2006/relationships" id="2147483691" r:id="R9a5e1148ef364d5c"/>
    <p:sldLayoutId xmlns:r="http://schemas.openxmlformats.org/officeDocument/2006/relationships" id="2147483692" r:id="R98d43bd058eb4b63"/>
    <p:sldLayoutId xmlns:r="http://schemas.openxmlformats.org/officeDocument/2006/relationships" id="2147483693" r:id="R2d9d4d771f194d15"/>
    <p:sldLayoutId xmlns:r="http://schemas.openxmlformats.org/officeDocument/2006/relationships" id="2147483694" r:id="Rd71b1015fab3465c"/>
    <p:sldLayoutId xmlns:r="http://schemas.openxmlformats.org/officeDocument/2006/relationships" id="2147483695" r:id="R298ad5534306439e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Cosmos Corporate">
  <a:themeElements>
    <a:clrScheme name="Cosmos Corporate">
      <a:dk1>
        <a:srgbClr val="021E2F"/>
      </a:dk1>
      <a:lt1>
        <a:srgbClr val="FFFFFF"/>
      </a:lt1>
      <a:dk2>
        <a:srgbClr val="00293B"/>
      </a:dk2>
      <a:lt2>
        <a:srgbClr val="CCCFCE"/>
      </a:lt2>
      <a:accent1>
        <a:srgbClr val="003D53"/>
      </a:accent1>
      <a:accent2>
        <a:srgbClr val="CBA785"/>
      </a:accent2>
      <a:accent3>
        <a:srgbClr val="00293B"/>
      </a:accent3>
      <a:accent4>
        <a:srgbClr val="CCCFCE"/>
      </a:accent4>
      <a:accent5>
        <a:srgbClr val="18864B"/>
      </a:accent5>
      <a:accent6>
        <a:srgbClr val="E3A008"/>
      </a:accent6>
      <a:hlink>
        <a:srgbClr val="003D53"/>
      </a:hlink>
      <a:folHlink>
        <a:srgbClr val="CBA7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smos Corpor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3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5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atGP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Masters/theme/theme6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8d13c17ca940ab" /><Relationship Type="http://schemas.openxmlformats.org/officeDocument/2006/relationships/image" Target="/ppt/media/image.png" Id="R3e25fc82f1034f38" /><Relationship Type="http://schemas.openxmlformats.org/officeDocument/2006/relationships/image" Target="/ppt/media/image2.png" Id="R9e907abe091a4834" /><Relationship Type="http://schemas.openxmlformats.org/officeDocument/2006/relationships/image" Target="/ppt/media/image3.png" Id="R26340004a1754634" /><Relationship Type="http://schemas.openxmlformats.org/officeDocument/2006/relationships/notesSlide" Target="/ppt/notesSlides/notesSlide1.xml" Id="R43d33f32c6f649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d30c78b21cd44ec" /><Relationship Type="http://schemas.openxmlformats.org/officeDocument/2006/relationships/image" Target="/ppt/media/image3.png" Id="Ra3dd4c76efbd4322" /><Relationship Type="http://schemas.openxmlformats.org/officeDocument/2006/relationships/notesSlide" Target="/ppt/notesSlides/notesSlide2.xml" Id="Rda0163a2ad9341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6b2b3b434c549fa" /><Relationship Type="http://schemas.openxmlformats.org/officeDocument/2006/relationships/image" Target="/ppt/media/image3.png" Id="R50188a22814149b4" /><Relationship Type="http://schemas.openxmlformats.org/officeDocument/2006/relationships/notesSlide" Target="/ppt/notesSlides/notesSlide3.xml" Id="R890d44a4497842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5b6561d59974706" /><Relationship Type="http://schemas.openxmlformats.org/officeDocument/2006/relationships/image" Target="/ppt/media/image3.png" Id="Re923159413554181" /><Relationship Type="http://schemas.openxmlformats.org/officeDocument/2006/relationships/notesSlide" Target="/ppt/notesSlides/notesSlide4.xml" Id="Rf159ce68dc69432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31215cf4fc1423e" /><Relationship Type="http://schemas.openxmlformats.org/officeDocument/2006/relationships/image" Target="/ppt/media/image3.png" Id="R59c309e8d9fc40bd" /><Relationship Type="http://schemas.openxmlformats.org/officeDocument/2006/relationships/notesSlide" Target="/ppt/notesSlides/notesSlide5.xml" Id="R3bec214315d44dd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66c40459054c66" /><Relationship Type="http://schemas.openxmlformats.org/officeDocument/2006/relationships/image" Target="/ppt/media/image3.png" Id="Rbac22671f58a4f92" /><Relationship Type="http://schemas.openxmlformats.org/officeDocument/2006/relationships/notesSlide" Target="/ppt/notesSlides/notesSlide6.xml" Id="Rb73e4a9a932e4c9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21E2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4" name="Google Shape;254;p1">
            <a:extLst xmlns:a="http://schemas.openxmlformats.org/drawingml/2006/main">
              <a:ext uri="{FF2B5EF4-FFF2-40B4-BE49-F238E27FC236}">
                <a16:creationId xmlns:a16="http://schemas.microsoft.com/office/drawing/2014/main" id="{2BE651C1-4B9D-4F35-81CC-98571052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78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Google Shape;255;p1">
            <a:extLst xmlns:a="http://schemas.openxmlformats.org/drawingml/2006/main">
              <a:ext uri="{FF2B5EF4-FFF2-40B4-BE49-F238E27FC236}">
                <a16:creationId xmlns:a16="http://schemas.microsoft.com/office/drawing/2014/main" id="{459B7620-7CEE-4386-B8BC-7B3892A5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0"/>
            <a:ext cx="152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6" name="Google Shape;256;p1">
            <a:extLst xmlns:a="http://schemas.openxmlformats.org/drawingml/2006/main">
              <a:ext uri="{FF2B5EF4-FFF2-40B4-BE49-F238E27FC236}">
                <a16:creationId xmlns:a16="http://schemas.microsoft.com/office/drawing/2014/main" id="{BE3D12C6-7C82-4164-9195-8574A105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76300"/>
            <a:ext cx="7810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78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Google Shape;257;p1">
            <a:extLst xmlns:a="http://schemas.openxmlformats.org/drawingml/2006/main">
              <a:ext uri="{FF2B5EF4-FFF2-40B4-BE49-F238E27FC236}">
                <a16:creationId xmlns:a16="http://schemas.microsoft.com/office/drawing/2014/main" id="{46CFB131-EF2C-4D23-9EAF-4E98D08C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BA785"/>
              </a:buClr>
              <a:buSzPts val="1425"/>
              <a:buFont typeface="Gruppo"/>
              <a:buNone/>
            </a:pPr>
            <a:r>
              <a:rPr sz="1425" b="1" i="0" u="none" strike="noStrike" cap="none">
                <a:solidFill>
                  <a:srgbClr val="CBA785"/>
                </a:solidFill>
                <a:latin typeface="Gruppo"/>
                <a:ea typeface="Gruppo"/>
                <a:cs typeface="Gruppo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Google Shape;258;p1">
            <a:extLst xmlns:a="http://schemas.openxmlformats.org/drawingml/2006/main">
              <a:ext uri="{FF2B5EF4-FFF2-40B4-BE49-F238E27FC236}">
                <a16:creationId xmlns:a16="http://schemas.microsoft.com/office/drawing/2014/main" id="{2461A920-A97E-4F84-BF9E-386879D2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6858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5"/>
              <a:buFont typeface="Figtree"/>
              <a:buNone/>
            </a:pPr>
            <a:r>
              <a:rPr sz="3825" b="1" i="0" u="none" strike="noStrike" cap="none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  <a:endParaRPr sz="3825" b="1" i="0" u="none" strike="noStrike" cap="none">
              <a:solidFill>
                <a:srgbClr val="FFFFFF"/>
              </a:solidFill>
              <a:latin typeface="Figtree"/>
              <a:ea typeface="Figtree"/>
              <a:cs typeface="Figtree"/>
            </a:endParaRPr>
          </a:p>
          <a:p xmlns:a="http://schemas.openxmlformats.org/drawingml/2006/main">
            <a:pPr marL="0" marR="0" lvl="0" indent="0"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25"/>
              <a:buFont typeface="Figtree"/>
              <a:buNone/>
            </a:pPr>
            <a:endParaRPr sz="3825" b="1" i="0" u="none" strike="noStrike" cap="none">
              <a:solidFill>
                <a:srgbClr val="FFFFFF"/>
              </a:solidFill>
              <a:latin typeface="Figtree"/>
              <a:ea typeface="Figtree"/>
              <a:cs typeface="Figtree"/>
            </a:endParaRPr>
          </a:p>
        </p:txBody>
      </p:sp>
      <p:sp>
        <p:nvSpPr>
          <p:cNvPr id="259" name="Google Shape;259;p1">
            <a:extLst xmlns:a="http://schemas.openxmlformats.org/drawingml/2006/main">
              <a:ext uri="{FF2B5EF4-FFF2-40B4-BE49-F238E27FC236}">
                <a16:creationId xmlns:a16="http://schemas.microsoft.com/office/drawing/2014/main" id="{E31E9F63-F7BC-4BFE-A781-C1926B35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FCE"/>
              </a:buClr>
              <a:buSzPts val="1425"/>
              <a:buFont typeface="Figtree"/>
              <a:buNone/>
            </a:pPr>
            <a:r>
              <a:rPr sz="1425" b="0" i="0" u="none" strike="noStrike" cap="none">
                <a:solidFill>
                  <a:srgbClr val="CCCFCE"/>
                </a:solidFill>
                <a:latin typeface="Figtree"/>
                <a:ea typeface="Figtree"/>
                <a:cs typeface="Figtree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0" name="Google Shape;260;p1">
            <a:extLst xmlns:a="http://schemas.openxmlformats.org/drawingml/2006/main">
              <a:ext uri="{FF2B5EF4-FFF2-40B4-BE49-F238E27FC236}">
                <a16:creationId xmlns:a16="http://schemas.microsoft.com/office/drawing/2014/main" id="{711F64B8-DD0E-450B-8A43-BAAD84AB5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67200"/>
            <a:ext cx="762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78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Google Shape;261;p1">
            <a:extLst xmlns:a="http://schemas.openxmlformats.org/drawingml/2006/main">
              <a:ext uri="{FF2B5EF4-FFF2-40B4-BE49-F238E27FC236}">
                <a16:creationId xmlns:a16="http://schemas.microsoft.com/office/drawing/2014/main" id="{B99F86F5-B465-4BD6-A8A2-A41597E6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148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F5F5"/>
              </a:buClr>
              <a:buSzPts val="1125"/>
              <a:buFont typeface="Figtree"/>
              <a:buNone/>
            </a:pPr>
            <a:r>
              <a:rPr sz="1125" b="1" i="0" u="none" strike="noStrike" cap="none">
                <a:solidFill>
                  <a:srgbClr val="F4F5F5"/>
                </a:solidFill>
                <a:latin typeface="Figtree"/>
                <a:ea typeface="Figtree"/>
                <a:cs typeface="Figtree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2" name="Google Shape;262;p1">
            <a:extLst xmlns:a="http://schemas.openxmlformats.org/drawingml/2006/main">
              <a:ext uri="{FF2B5EF4-FFF2-40B4-BE49-F238E27FC236}">
                <a16:creationId xmlns:a16="http://schemas.microsoft.com/office/drawing/2014/main" id="{F747033E-42BF-4EA0-8214-2972BC4A11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25fc82f1034f38">
            <a:alphaModFix/>
          </a:blip>
          <a:srcRect xmlns:a="http://schemas.openxmlformats.org/drawingml/2006/main" l="116" t="0" r="116" b="0"/>
          <a:stretch xmlns:a="http://schemas.openxmlformats.org/drawingml/2006/main"/>
        </p:blipFill>
        <p:spPr>
          <a:xfrm xmlns:a="http://schemas.openxmlformats.org/drawingml/2006/main">
            <a:off x="0" y="5410200"/>
            <a:ext cx="8572500" cy="1409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3" name="Google Shape;263;p1">
            <a:extLst xmlns:a="http://schemas.openxmlformats.org/drawingml/2006/main">
              <a:ext uri="{FF2B5EF4-FFF2-40B4-BE49-F238E27FC236}">
                <a16:creationId xmlns:a16="http://schemas.microsoft.com/office/drawing/2014/main" id="{C8481242-7FAA-4955-92F5-10CFAD6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53125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A78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4" name="Google Shape;264;p1">
            <a:extLst xmlns:a="http://schemas.openxmlformats.org/drawingml/2006/main">
              <a:ext uri="{FF2B5EF4-FFF2-40B4-BE49-F238E27FC236}">
                <a16:creationId xmlns:a16="http://schemas.microsoft.com/office/drawing/2014/main" id="{AEE7B621-EE8B-4075-8B5F-DD6889CC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48375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E2F"/>
              </a:buClr>
              <a:buSzPts val="1125"/>
              <a:buFont typeface="Figtree"/>
              <a:buNone/>
            </a:pPr>
            <a:r>
              <a:rPr sz="1125" b="1" i="0" u="none" strike="noStrike" cap="none">
                <a:solidFill>
                  <a:srgbClr val="021E2F"/>
                </a:solidFill>
                <a:latin typeface="Figtree"/>
                <a:ea typeface="Figtree"/>
                <a:cs typeface="Figtree"/>
              </a:rPr>
              <a:t/>
            </a:r>
            <a:r>
              <a:rPr sz="1125" b="1">
                <a:solidFill>
                  <a:srgbClr val="021E2F"/>
                </a:solidFill>
                <a:latin typeface="Figtree"/>
                <a:ea typeface="Figtree"/>
                <a:cs typeface="Figtree"/>
              </a:rPr>
              <a:t/>
            </a:r>
            <a:r>
              <a:rPr sz="1125" b="1" i="0" u="none" strike="noStrike" cap="none">
                <a:solidFill>
                  <a:srgbClr val="021E2F"/>
                </a:solidFill>
                <a:latin typeface="Figtree"/>
                <a:ea typeface="Figtree"/>
                <a:cs typeface="Figtree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265" name="Google Shape;265;p1">
            <a:extLst xmlns:a="http://schemas.openxmlformats.org/drawingml/2006/main">
              <a:ext uri="{FF2B5EF4-FFF2-40B4-BE49-F238E27FC236}">
                <a16:creationId xmlns:a16="http://schemas.microsoft.com/office/drawing/2014/main" id="{B0DE891E-5769-4D55-801F-0410E3F49AD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e907abe091a48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020175" y="593652"/>
            <a:ext cx="2552701" cy="3938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6" name="Google Shape;266;p1">
            <a:extLst xmlns:a="http://schemas.openxmlformats.org/drawingml/2006/main">
              <a:ext uri="{FF2B5EF4-FFF2-40B4-BE49-F238E27FC236}">
                <a16:creationId xmlns:a16="http://schemas.microsoft.com/office/drawing/2014/main" id="{58D162A9-76FF-4180-A8B3-C6B712E5ED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340004a17546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134475" y="2087086"/>
            <a:ext cx="2495550" cy="178847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67" name="Google Shape;267;p1">
            <a:extLst xmlns:a="http://schemas.openxmlformats.org/drawingml/2006/main">
              <a:ext uri="{FF2B5EF4-FFF2-40B4-BE49-F238E27FC236}">
                <a16:creationId xmlns:a16="http://schemas.microsoft.com/office/drawing/2014/main" id="{4C58EE55-BB39-4D20-94B9-1639BC3D4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810125"/>
            <a:ext cx="23622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1E2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8" name="Google Shape;268;p1">
            <a:extLst xmlns:a="http://schemas.openxmlformats.org/drawingml/2006/main">
              <a:ext uri="{FF2B5EF4-FFF2-40B4-BE49-F238E27FC236}">
                <a16:creationId xmlns:a16="http://schemas.microsoft.com/office/drawing/2014/main" id="{EAD87EEE-4AD5-4E27-A981-5C0B53245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4962525"/>
            <a:ext cx="17716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9" name="Google Shape;269;p1">
            <a:extLst xmlns:a="http://schemas.openxmlformats.org/drawingml/2006/main">
              <a:ext uri="{FF2B5EF4-FFF2-40B4-BE49-F238E27FC236}">
                <a16:creationId xmlns:a16="http://schemas.microsoft.com/office/drawing/2014/main" id="{7199A4C3-ED1B-452D-BF08-43AB9085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114925"/>
            <a:ext cx="1181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0" name="Google Shape;270;p1">
            <a:extLst xmlns:a="http://schemas.openxmlformats.org/drawingml/2006/main">
              <a:ext uri="{FF2B5EF4-FFF2-40B4-BE49-F238E27FC236}">
                <a16:creationId xmlns:a16="http://schemas.microsoft.com/office/drawing/2014/main" id="{6D820D40-C7D5-48D2-A405-31D436D99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962650"/>
            <a:ext cx="238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21E2F"/>
              </a:buClr>
              <a:buSzPts val="2550"/>
              <a:buFont typeface="Figtree"/>
              <a:buNone/>
            </a:pPr>
            <a:r>
              <a:rPr sz="2550" b="1" i="0" u="none" strike="noStrike" cap="none">
                <a:solidFill>
                  <a:srgbClr val="021E2F"/>
                </a:solidFill>
                <a:latin typeface="Figtree"/>
                <a:ea typeface="Figtree"/>
                <a:cs typeface="Figtree"/>
              </a:rPr>
              <a:t/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63776889"/>
      </p:ext>
    </p:extLst>
  </p:cSld>
</p:sld>
</file>

<file path=ppt/slides/slide2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36E4FFC8-F23A-43EA-84BC-8CB3099ABF3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d4c76efbd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9184" y="6510528"/>
            <a:ext cx="384048" cy="274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EB9FBDE2-2427-4805-B0A5-CE2BE3AA40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dd4c76efbd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329184"/>
            <a:ext cx="329184" cy="237744"/>
          </a:xfrm>
          <a:prstGeom xmlns:a="http://schemas.openxmlformats.org/drawingml/2006/main" prst="rect">
            <a:avLst/>
          </a:prstGeom>
        </p:spPr>
      </p:pic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20F33AA3-CEA1-460F-9671-A7F3A6B09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4B3AFD0C-6C3B-4E72-91D6-12C4D3634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58368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6" name="Corte">
            <a:extLst xmlns:a="http://schemas.openxmlformats.org/drawingml/2006/main">
              <a:ext uri="{FF2B5EF4-FFF2-40B4-BE49-F238E27FC236}">
                <a16:creationId xmlns:a16="http://schemas.microsoft.com/office/drawing/2014/main" id="{0D30F1AD-D76D-466F-AB1A-072624B1A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74320"/>
            <a:ext cx="1920240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EC4ED25B-3757-4E29-98B2-B1688046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1783080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6850964C-6944-48EE-BDF1-491182E2B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12435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AA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D868E4BD-018C-4679-9B7E-693D0BCF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088136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FD2C472-C772-4137-ADCD-27F31682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088136"/>
            <a:ext cx="914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5663831C-EF4B-4BFB-8B5A-D77D09606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051560"/>
            <a:ext cx="1783080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5DFF74B8-FF6F-4813-845D-95DA8A90E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2435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1A5369DC-0DEB-46B9-AC6B-D003C72F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192" y="1088136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6E4F1D8-9409-4D0E-B163-91B1F7D64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6391" y="1088136"/>
            <a:ext cx="914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E79FC0FD-5D73-402B-AE58-304FB308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051560"/>
            <a:ext cx="1783080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76C64CCC-D3DD-47AF-8158-615C45D05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6824" y="12435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DF619FE-FCC2-43D2-9D73-2BB41126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144" y="1088136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E14F4D4-ACDE-495A-B130-755209411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344" y="1088136"/>
            <a:ext cx="914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55A7F0A-F10F-4DD0-880C-0237A49F9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051560"/>
            <a:ext cx="1783080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E9149A3A-EA27-41AE-AADC-D29F41B3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776" y="12435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EF62AC0-DAE4-46F7-B06A-FE0E60A5B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096" y="1088136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7997B93-F41C-4096-9031-6539CC37E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0296" y="1088136"/>
            <a:ext cx="914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03C0813-48A2-4497-BAC9-4DD0F4B6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051560"/>
            <a:ext cx="1783080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204C57B0-EE5E-4336-9C73-812E9736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0728" y="12435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B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B4D5A41-34D4-481A-9244-792582F8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5048" y="1088136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C1737C0-0C55-44F9-9601-3FB10B4A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2248" y="1088136"/>
            <a:ext cx="914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F2126A72-F491-4DE9-A7BF-7E8B8EAE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051560"/>
            <a:ext cx="1783080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6E7896E7-CE42-49B6-8153-6C7754C41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12680" y="124358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7EA1061-E39F-442E-B355-EBF543A21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088136"/>
            <a:ext cx="5486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A87CBAF-301F-4EFC-AF9F-2C386255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088136"/>
            <a:ext cx="9144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graphicFrame>
        <p:nvGraphicFramePr>
          <p:cNvPr id="31" name="Table 30">
            <a:extLst xmlns:a="http://schemas.openxmlformats.org/drawingml/2006/main">
              <a:ext uri="{FF2B5EF4-FFF2-40B4-BE49-F238E27FC236}">
                <a16:creationId xmlns:a16="http://schemas.microsoft.com/office/drawing/2014/main" id="{9BD18DC6-59FA-4539-8B4A-6BF8C2A04950}"/>
              </a:ext>
            </a:extLst>
          </p:cNvPr>
          <p:cNvGraphicFramePr/>
          <p:nvPr/>
        </p:nvGraphicFramePr>
        <p:xfrm>
          <a:off xmlns:a="http://schemas.openxmlformats.org/drawingml/2006/main" x="365760" y="1810512"/>
          <a:ext xmlns:a="http://schemas.openxmlformats.org/drawingml/2006/main" cx="11457431" cy="454456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1874519"/>
                <a:gridCol w="1325880"/>
                <a:gridCol w="1051560"/>
                <a:gridCol w="1143000"/>
                <a:gridCol w="3182112"/>
              </a:tblGrid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8A317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8E3E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8A317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8E3E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8E3E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8A317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C62828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8C9AA1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C62828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8E3E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E8A317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32461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3D5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  <a:r>
                        <a:rPr sz="1000" b="1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8A6A3A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9144" marB="9144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55631E5-C34F-4DBD-BC8C-30329C9B1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6492240"/>
            <a:ext cx="1078992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058077368"/>
      </p:ext>
    </p:extLst>
  </p:cSld>
</p:sld>
</file>

<file path=ppt/slides/slide3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5A0107A6-3C3E-47B7-966E-671210A7720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88a22814149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9184" y="6510528"/>
            <a:ext cx="384048" cy="274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414FD6BA-27FA-4BDA-B8C3-DF2ADE0C027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188a22814149b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329184"/>
            <a:ext cx="329184" cy="237744"/>
          </a:xfrm>
          <a:prstGeom xmlns:a="http://schemas.openxmlformats.org/drawingml/2006/main" prst="rect">
            <a:avLst/>
          </a:prstGeom>
        </p:spPr>
      </p:pic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483731AE-0E2E-42BE-9F3C-DDA0157EC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F10B68F9-01AB-4FCB-B6E8-0D5B215DB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58368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6" name="Corte">
            <a:extLst xmlns:a="http://schemas.openxmlformats.org/drawingml/2006/main">
              <a:ext uri="{FF2B5EF4-FFF2-40B4-BE49-F238E27FC236}">
                <a16:creationId xmlns:a16="http://schemas.microsoft.com/office/drawing/2014/main" id="{022388E2-3336-4305-AF4F-2758AF0F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74320"/>
            <a:ext cx="1920240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7" name="KPI_ESTADO">
            <a:extLst xmlns:a="http://schemas.openxmlformats.org/drawingml/2006/main">
              <a:ext uri="{FF2B5EF4-FFF2-40B4-BE49-F238E27FC236}">
                <a16:creationId xmlns:a16="http://schemas.microsoft.com/office/drawing/2014/main" id="{6F9A0E72-BC34-4C39-B298-3BE1AFD8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30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8" name="KPI_ETAPA">
            <a:extLst xmlns:a="http://schemas.openxmlformats.org/drawingml/2006/main">
              <a:ext uri="{FF2B5EF4-FFF2-40B4-BE49-F238E27FC236}">
                <a16:creationId xmlns:a16="http://schemas.microsoft.com/office/drawing/2014/main" id="{5D14F0EB-416A-43F5-8373-1A6F332C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9" name="KPI_AVANCE">
            <a:extLst xmlns:a="http://schemas.openxmlformats.org/drawingml/2006/main">
              <a:ext uri="{FF2B5EF4-FFF2-40B4-BE49-F238E27FC236}">
                <a16:creationId xmlns:a16="http://schemas.microsoft.com/office/drawing/2014/main" id="{3B81F840-0FC8-4D39-8EFC-CB945478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9162AD6D-7484-4A90-8AEE-DCFD4E5D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19072"/>
            <a:ext cx="150876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D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KPI_CAPEX APROBADO">
            <a:extLst xmlns:a="http://schemas.openxmlformats.org/drawingml/2006/main">
              <a:ext uri="{FF2B5EF4-FFF2-40B4-BE49-F238E27FC236}">
                <a16:creationId xmlns:a16="http://schemas.microsoft.com/office/drawing/2014/main" id="{BA3406F7-9ABF-4B19-A19F-2DDBCFC72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2" name="KPI_EJECUTADO">
            <a:extLst xmlns:a="http://schemas.openxmlformats.org/drawingml/2006/main">
              <a:ext uri="{FF2B5EF4-FFF2-40B4-BE49-F238E27FC236}">
                <a16:creationId xmlns:a16="http://schemas.microsoft.com/office/drawing/2014/main" id="{84FD42FB-1DF7-4ACD-95FB-7E49B3067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3" name="KPI_OPEX ANUAL">
            <a:extLst xmlns:a="http://schemas.openxmlformats.org/drawingml/2006/main">
              <a:ext uri="{FF2B5EF4-FFF2-40B4-BE49-F238E27FC236}">
                <a16:creationId xmlns:a16="http://schemas.microsoft.com/office/drawing/2014/main" id="{7EC7C669-8A22-40DB-969F-2F75C7201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CAF7810-31F2-4A72-BA1B-4A3337F4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456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A4FA8F5-B165-4D24-8401-911D20F73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87168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1685964-F81D-47CE-9C5A-5489973E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947672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6F530CE4-19E3-49C9-B01D-9EEE8528A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286000"/>
            <a:ext cx="9052559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8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FB2FF5A-2123-41A0-91D6-3A82C6496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578608"/>
            <a:ext cx="9052559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8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1DBA74A-0555-4745-AE34-A60C476D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286000"/>
            <a:ext cx="3913042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9AA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366CB99-A548-4B33-A212-A2F38C75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578608"/>
            <a:ext cx="3315021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Connector 20">
            <a:extLst xmlns:a="http://schemas.openxmlformats.org/drawingml/2006/main">
              <a:ext uri="{FF2B5EF4-FFF2-40B4-BE49-F238E27FC236}">
                <a16:creationId xmlns:a16="http://schemas.microsoft.com/office/drawing/2014/main" id="{51EB8632-67D4-498E-86EA-56B87A0CD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6162" y="2212848"/>
            <a:ext cx="0" cy="237743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8C9AA1"/>
            </a:solidFill>
          </a:ln>
        </p:spPr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A6B9AE02-D025-4F50-B99D-94FF0A4B8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141" y="2505456"/>
            <a:ext cx="0" cy="237744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C62828"/>
            </a:solidFill>
          </a:ln>
        </p:spPr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BE32331A-CB11-43F7-B8D3-94D2C7E15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47672"/>
            <a:ext cx="5148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  <a:r>
              <a:rPr sz="8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4" name="Oval 23">
            <a:extLst xmlns:a="http://schemas.openxmlformats.org/drawingml/2006/main">
              <a:ext uri="{FF2B5EF4-FFF2-40B4-BE49-F238E27FC236}">
                <a16:creationId xmlns:a16="http://schemas.microsoft.com/office/drawing/2014/main" id="{873631A6-0AFF-431C-8166-876095B9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9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AA1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CC0ACFE4-22D3-48D5-A23B-427E6540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7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89F39C6-157D-43BF-ACE4-D211C618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235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5E9003AA-7F6F-41C1-A1E7-3AEA57354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AA1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0680FB4F-3C74-4279-98DC-59659AF6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59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9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6A521259-856F-49E6-8537-51EDA24E1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48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0" name="Oval 29">
            <a:extLst xmlns:a="http://schemas.openxmlformats.org/drawingml/2006/main">
              <a:ext uri="{FF2B5EF4-FFF2-40B4-BE49-F238E27FC236}">
                <a16:creationId xmlns:a16="http://schemas.microsoft.com/office/drawing/2014/main" id="{11AC7452-4D5D-48EF-928D-A2D113D8F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3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F8D55208-C4A8-4A45-B23B-116DD7504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1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B2BBBF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606EA2F-4A88-4983-B682-5FC4B53B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59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5EA3084F-8792-4DE3-805B-84374A6F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5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EA135189-6F74-4E06-8894-1B73D141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B2BBBF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93DD4390-0DA5-4A3D-BF94-7CD64F7D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772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6" name="Oval 35">
            <a:extLst xmlns:a="http://schemas.openxmlformats.org/drawingml/2006/main">
              <a:ext uri="{FF2B5EF4-FFF2-40B4-BE49-F238E27FC236}">
                <a16:creationId xmlns:a16="http://schemas.microsoft.com/office/drawing/2014/main" id="{5011424F-E7B1-4221-8079-0CA89D92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D5B46738-114B-40D4-9F2F-9E4FDD90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096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B2BBBF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DA9327F8-1FFA-491B-A2D7-D4A91F27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284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BA7B6BE1-D03B-41C8-A770-0B728C12B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37560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5A283C8E-C364-4A35-B687-941A3C6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85032"/>
            <a:ext cx="3575304" cy="12618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37160" tIns="91440" rIns="137160" bIns="27432" anchor="t"/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7061D9E7-819B-414F-A81A-D9C0C069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337560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A6A3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6BD4C32A-98AF-41F4-B718-D2426C15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685032"/>
            <a:ext cx="3575304" cy="12618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9525">
            <a:solidFill>
              <a:srgbClr val="CBA785"/>
            </a:solidFill>
          </a:ln>
        </p:spPr>
        <p:txBody>
          <a:bodyPr xmlns:a="http://schemas.openxmlformats.org/drawingml/2006/main" wrap="square" lIns="137160" tIns="91440" rIns="137160" bIns="27432" anchor="t"/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CBF2222-CE3E-4CC8-8BA1-09A6EC68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337560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B5CE2550-6F41-48FC-8FC3-909F26F0E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685032"/>
            <a:ext cx="3575304" cy="12618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37160" tIns="91440" rIns="137160" bIns="27432" anchor="t"/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7D6D8FAB-B6BB-425A-A51A-D9A92CF23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193792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graphicFrame>
        <p:nvGraphicFramePr>
          <p:cNvPr id="46" name="Table 45">
            <a:extLst xmlns:a="http://schemas.openxmlformats.org/drawingml/2006/main">
              <a:ext uri="{FF2B5EF4-FFF2-40B4-BE49-F238E27FC236}">
                <a16:creationId xmlns:a16="http://schemas.microsoft.com/office/drawing/2014/main" id="{E99B9207-C3AF-4528-9857-BCADD1C279C8}"/>
              </a:ext>
            </a:extLst>
          </p:cNvPr>
          <p:cNvGraphicFramePr/>
          <p:nvPr/>
        </p:nvGraphicFramePr>
        <p:xfrm>
          <a:off xmlns:a="http://schemas.openxmlformats.org/drawingml/2006/main" x="365760" y="5559552"/>
          <a:ext xmlns:a="http://schemas.openxmlformats.org/drawingml/2006/main" cx="11274551" cy="10241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4920"/>
                <a:gridCol w="2880360"/>
                <a:gridCol w="1463040"/>
                <a:gridCol w="1856231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7D99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5B6B73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B7791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3599587"/>
      </p:ext>
    </p:extLst>
  </p:cSld>
</p:sld>
</file>

<file path=ppt/slides/slide4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4E0B88FD-FFE5-4223-B635-9769233684B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3159413554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9184" y="6510528"/>
            <a:ext cx="384048" cy="274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34B46878-0BD5-4B87-A381-C9D6CEE46F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2315941355418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329184"/>
            <a:ext cx="329184" cy="237744"/>
          </a:xfrm>
          <a:prstGeom xmlns:a="http://schemas.openxmlformats.org/drawingml/2006/main" prst="rect">
            <a:avLst/>
          </a:prstGeom>
        </p:spPr>
      </p:pic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DCCAD3D7-5BB7-46B3-8408-403331FC2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527D1447-6150-482E-92B5-FE2AF3EA3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58368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6" name="Corte">
            <a:extLst xmlns:a="http://schemas.openxmlformats.org/drawingml/2006/main">
              <a:ext uri="{FF2B5EF4-FFF2-40B4-BE49-F238E27FC236}">
                <a16:creationId xmlns:a16="http://schemas.microsoft.com/office/drawing/2014/main" id="{CF63DCCB-2D5E-4004-B512-028650C7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74320"/>
            <a:ext cx="1920240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7" name="KPI_Estado">
            <a:extLst xmlns:a="http://schemas.openxmlformats.org/drawingml/2006/main">
              <a:ext uri="{FF2B5EF4-FFF2-40B4-BE49-F238E27FC236}">
                <a16:creationId xmlns:a16="http://schemas.microsoft.com/office/drawing/2014/main" id="{00B59FAE-47D8-43DE-8205-7EA2DAD2E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E8A31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8" name="KPI_ETAPA">
            <a:extLst xmlns:a="http://schemas.openxmlformats.org/drawingml/2006/main">
              <a:ext uri="{FF2B5EF4-FFF2-40B4-BE49-F238E27FC236}">
                <a16:creationId xmlns:a16="http://schemas.microsoft.com/office/drawing/2014/main" id="{772827EF-16DA-4981-B015-B77FAAA9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7712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9" name="KPI_AVANCE">
            <a:extLst xmlns:a="http://schemas.openxmlformats.org/drawingml/2006/main">
              <a:ext uri="{FF2B5EF4-FFF2-40B4-BE49-F238E27FC236}">
                <a16:creationId xmlns:a16="http://schemas.microsoft.com/office/drawing/2014/main" id="{D8C946BA-BA0A-4BDF-8D16-A1A45B23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9664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C482214-9D69-4C39-BFC7-6E1F4297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19072"/>
            <a:ext cx="1508760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7DCD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CF58190D-7F4D-4879-B6B1-D55B85D7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7680" y="1719072"/>
            <a:ext cx="558241" cy="6400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KPI_CAPEX APROBADO">
            <a:extLst xmlns:a="http://schemas.openxmlformats.org/drawingml/2006/main">
              <a:ext uri="{FF2B5EF4-FFF2-40B4-BE49-F238E27FC236}">
                <a16:creationId xmlns:a16="http://schemas.microsoft.com/office/drawing/2014/main" id="{4F1E5BC3-3FD1-4F78-A336-85057C8BD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1616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3" name="KPI_EJECUTADO">
            <a:extLst xmlns:a="http://schemas.openxmlformats.org/drawingml/2006/main">
              <a:ext uri="{FF2B5EF4-FFF2-40B4-BE49-F238E27FC236}">
                <a16:creationId xmlns:a16="http://schemas.microsoft.com/office/drawing/2014/main" id="{9E57F04B-9919-4A13-A944-55B854E6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3568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4" name="KPI_OPEX ANUAL">
            <a:extLst xmlns:a="http://schemas.openxmlformats.org/drawingml/2006/main">
              <a:ext uri="{FF2B5EF4-FFF2-40B4-BE49-F238E27FC236}">
                <a16:creationId xmlns:a16="http://schemas.microsoft.com/office/drawing/2014/main" id="{7DBB0605-94F0-4055-A558-F38B4F4D0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078992"/>
            <a:ext cx="1764792" cy="786384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73152" rIns="73152" bIns="27432" anchor="t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16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3F22C1F3-569E-402B-AB52-4DB68CE8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94560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A4B8D23-B55A-40EE-8604-AB912242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87168"/>
            <a:ext cx="1691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F2B3B646-D07F-4C8C-A160-5BBB4C07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947672"/>
            <a:ext cx="16916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C3D6558-6876-43C2-B043-7B5345A4C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286000"/>
            <a:ext cx="9052559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8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D1EC8840-4272-4033-B201-3F09539B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578608"/>
            <a:ext cx="9052559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3E8E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100C3DF4-7CE3-46F5-AD63-3572904A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286000"/>
            <a:ext cx="3584813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9AA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5354DE95-5AC0-4F3A-941B-E1FE26AB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3120" y="2578608"/>
            <a:ext cx="3584813" cy="914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Connector 21">
            <a:extLst xmlns:a="http://schemas.openxmlformats.org/drawingml/2006/main">
              <a:ext uri="{FF2B5EF4-FFF2-40B4-BE49-F238E27FC236}">
                <a16:creationId xmlns:a16="http://schemas.microsoft.com/office/drawing/2014/main" id="{89F08713-9E2C-428A-9B41-A99CBB4D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933" y="2212848"/>
            <a:ext cx="0" cy="237743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8C9AA1"/>
            </a:solidFill>
          </a:ln>
        </p:spPr>
      </p:sp>
      <p:sp>
        <p:nvSpPr>
          <p:cNvPr id="23" name="Connector 22">
            <a:extLst xmlns:a="http://schemas.openxmlformats.org/drawingml/2006/main">
              <a:ext uri="{FF2B5EF4-FFF2-40B4-BE49-F238E27FC236}">
                <a16:creationId xmlns:a16="http://schemas.microsoft.com/office/drawing/2014/main" id="{85806947-F23E-4E21-9AEB-89E91517C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7933" y="2505456"/>
            <a:ext cx="0" cy="237744"/>
          </a:xfrm>
          <a:prstGeom xmlns:a="http://schemas.openxmlformats.org/drawingml/2006/main" prst="line">
            <a:avLst/>
          </a:prstGeom>
          <a:ln xmlns:a="http://schemas.openxmlformats.org/drawingml/2006/main" w="25400">
            <a:solidFill>
              <a:srgbClr val="1E8E3E"/>
            </a:solidFill>
          </a:ln>
        </p:spPr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5C258C5-303C-459D-A46B-1CE4C3AC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1947672"/>
            <a:ext cx="51480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  <a:r>
              <a:rPr sz="8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0512816A-51CE-4A04-9768-016DC8200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0479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AA1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5A6D4277-DEA2-43C7-BB77-AAA12FEA9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3047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FCD4BF3-9599-4925-BCAD-E05A9B59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1235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1E8E3E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43B8999E-CA27-41FA-9362-536A85264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138D359E-985D-4146-9A76-A5570D1D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3559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7D9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4D55CC0-A387-4CF9-B412-B8F38A5D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1748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1E8E3E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CCCD2427-394E-41AD-A825-B125EB480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3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Oval 31">
            <a:extLst xmlns:a="http://schemas.openxmlformats.org/drawingml/2006/main">
              <a:ext uri="{FF2B5EF4-FFF2-40B4-BE49-F238E27FC236}">
                <a16:creationId xmlns:a16="http://schemas.microsoft.com/office/drawing/2014/main" id="{85A23ABD-BF5E-4105-899A-D3F511E9F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071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B2BBBF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B3D4EE9-20AD-4AD2-8B48-33CC2311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2259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C62828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4" name="Oval 33">
            <a:extLst xmlns:a="http://schemas.openxmlformats.org/drawingml/2006/main">
              <a:ext uri="{FF2B5EF4-FFF2-40B4-BE49-F238E27FC236}">
                <a16:creationId xmlns:a16="http://schemas.microsoft.com/office/drawing/2014/main" id="{60A4F120-B3FD-4C90-B720-7B624E78C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2015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Oval 34">
            <a:extLst xmlns:a="http://schemas.openxmlformats.org/drawingml/2006/main">
              <a:ext uri="{FF2B5EF4-FFF2-40B4-BE49-F238E27FC236}">
                <a16:creationId xmlns:a16="http://schemas.microsoft.com/office/drawing/2014/main" id="{C39D157C-814A-4723-BBD5-8AFE8F30B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4584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B2BBBF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40A1012B-F9D8-428A-B457-62FF57A9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772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C62828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7" name="Oval 36">
            <a:extLst xmlns:a="http://schemas.openxmlformats.org/drawingml/2006/main">
              <a:ext uri="{FF2B5EF4-FFF2-40B4-BE49-F238E27FC236}">
                <a16:creationId xmlns:a16="http://schemas.microsoft.com/office/drawing/2014/main" id="{64C1F315-99C2-4311-A1D0-01C64E4A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2528" y="2258568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875">
            <a:solidFill>
              <a:srgbClr val="8C9AA1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Oval 37">
            <a:extLst xmlns:a="http://schemas.openxmlformats.org/drawingml/2006/main">
              <a:ext uri="{FF2B5EF4-FFF2-40B4-BE49-F238E27FC236}">
                <a16:creationId xmlns:a16="http://schemas.microsoft.com/office/drawing/2014/main" id="{FC5F6F3A-0E2B-4692-9B37-CD044045C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5096" y="2523744"/>
            <a:ext cx="201168" cy="20116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2225">
            <a:solidFill>
              <a:srgbClr val="B2BBBF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59ED5584-CE8D-4211-AC40-9D68BB23A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3284" y="2761488"/>
            <a:ext cx="1764791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ctr">
              <a:buNone/>
            </a:pPr>
            <a:r>
              <a:rPr sz="850" b="1" i="0">
                <a:solidFill>
                  <a:srgbClr val="1E8E3E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77C2D304-AEB7-4635-BD1F-D52353937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337560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914F3832-09BA-44E1-AD71-331B171FE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685032"/>
            <a:ext cx="3575304" cy="12618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37160" tIns="91440" rIns="137160" bIns="27432" anchor="t"/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F509ABF4-7E7B-4C79-9125-E7569278B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337560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A6A3A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62C894A2-423E-4935-AF2F-938BE7A11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5384" y="3685032"/>
            <a:ext cx="3575304" cy="12618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9525">
            <a:solidFill>
              <a:srgbClr val="CBA785"/>
            </a:solidFill>
          </a:ln>
        </p:spPr>
        <p:txBody>
          <a:bodyPr xmlns:a="http://schemas.openxmlformats.org/drawingml/2006/main" wrap="square" lIns="137160" tIns="91440" rIns="137160" bIns="27432" anchor="t"/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C2B8D205-C3B2-4617-838B-926FBCE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337560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F9DD4E12-3768-444A-B129-2014B27F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685032"/>
            <a:ext cx="3575304" cy="1261872"/>
          </a:xfrm>
          <a:prstGeom xmlns:a="http://schemas.openxmlformats.org/drawingml/2006/main" prst="roundRect">
            <a:avLst>
              <a:gd name="adj" fmla="val 6000"/>
            </a:avLst>
          </a:prstGeom>
          <a:solidFill xmlns:a="http://schemas.openxmlformats.org/drawingml/2006/main">
            <a:srgbClr val="F4F5F5"/>
          </a:solidFill>
          <a:ln xmlns:a="http://schemas.openxmlformats.org/drawingml/2006/main">
            <a:noFill/>
          </a:ln>
        </p:spPr>
        <p:txBody>
          <a:bodyPr xmlns:a="http://schemas.openxmlformats.org/drawingml/2006/main" wrap="square" lIns="137160" tIns="91440" rIns="137160" bIns="27432" anchor="t"/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1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46" name="Rounded Rectangle 45">
            <a:extLst xmlns:a="http://schemas.openxmlformats.org/drawingml/2006/main">
              <a:ext uri="{FF2B5EF4-FFF2-40B4-BE49-F238E27FC236}">
                <a16:creationId xmlns:a16="http://schemas.microsoft.com/office/drawing/2014/main" id="{5EE519EA-8839-41CD-8F88-7B8412E4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193792"/>
            <a:ext cx="19202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graphicFrame>
        <p:nvGraphicFramePr>
          <p:cNvPr id="47" name="Table 46">
            <a:extLst xmlns:a="http://schemas.openxmlformats.org/drawingml/2006/main">
              <a:ext uri="{FF2B5EF4-FFF2-40B4-BE49-F238E27FC236}">
                <a16:creationId xmlns:a16="http://schemas.microsoft.com/office/drawing/2014/main" id="{F710BAFF-2DE7-40B5-97BB-CD3B2A1803F1}"/>
              </a:ext>
            </a:extLst>
          </p:cNvPr>
          <p:cNvGraphicFramePr/>
          <p:nvPr/>
        </p:nvGraphicFramePr>
        <p:xfrm>
          <a:off xmlns:a="http://schemas.openxmlformats.org/drawingml/2006/main" x="365760" y="5559552"/>
          <a:ext xmlns:a="http://schemas.openxmlformats.org/drawingml/2006/main" cx="11274551" cy="102412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74920"/>
                <a:gridCol w="2880360"/>
                <a:gridCol w="1463040"/>
                <a:gridCol w="1856231"/>
              </a:tblGrid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003D53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7D99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007D99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4F5F5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 i="0">
                          <a:solidFill>
                            <a:srgbClr val="1F2A30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 i="0">
                          <a:solidFill>
                            <a:srgbClr val="B7791F"/>
                          </a:solidFill>
                          <a:latin typeface="Figtree"/>
                        </a:rPr>
                        <a:t/>
                      </a:r>
                    </a:p>
                  </a:txBody>
                  <a:tcPr marL="91440" marT="18288" marB="18288" anchor="ctr">
                    <a:solidFill>
                      <a:srgbClr val="FFFFFF"/>
                    </a:solidFill>
                    <a:lnL w="6350">
                      <a:solidFill>
                        <a:srgbClr val="FFFFFF"/>
                      </a:solidFill>
                    </a:lnL>
                    <a:lnR w="6350">
                      <a:solidFill>
                        <a:srgbClr val="FFFFFF"/>
                      </a:solidFill>
                    </a:lnR>
                    <a:lnT w="6350">
                      <a:solidFill>
                        <a:srgbClr val="FFFFFF"/>
                      </a:solidFill>
                    </a:lnT>
                    <a:lnB w="6350">
                      <a:solidFill>
                        <a:srgbClr val="D7DCDE"/>
                      </a:solidFill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60946399"/>
      </p:ext>
    </p:extLst>
  </p:cSld>
</p:sld>
</file>

<file path=ppt/slides/slide5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E667C473-B183-4407-B0A3-C23D8FC0D18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309e8d9fc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9184" y="6510528"/>
            <a:ext cx="384048" cy="274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8DED32F2-FEF0-4854-AE92-71ACE5C32A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c309e8d9fc40b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329184"/>
            <a:ext cx="329184" cy="237744"/>
          </a:xfrm>
          <a:prstGeom xmlns:a="http://schemas.openxmlformats.org/drawingml/2006/main" prst="rect">
            <a:avLst/>
          </a:prstGeom>
        </p:spPr>
      </p:pic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A17EDB38-FC6E-4513-985E-D6707DF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578B9364-2054-4A2A-A6E8-C99D05C31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58368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6" name="Corte">
            <a:extLst xmlns:a="http://schemas.openxmlformats.org/drawingml/2006/main">
              <a:ext uri="{FF2B5EF4-FFF2-40B4-BE49-F238E27FC236}">
                <a16:creationId xmlns:a16="http://schemas.microsoft.com/office/drawing/2014/main" id="{4195132F-EB8F-45AB-96E7-446C26319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74320"/>
            <a:ext cx="1920240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7" name="Connector 6">
            <a:extLst xmlns:a="http://schemas.openxmlformats.org/drawingml/2006/main">
              <a:ext uri="{FF2B5EF4-FFF2-40B4-BE49-F238E27FC236}">
                <a16:creationId xmlns:a16="http://schemas.microsoft.com/office/drawing/2014/main" id="{5145D387-1353-4197-8BF6-C56D2F0B3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554480"/>
            <a:ext cx="0" cy="3849624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AEB"/>
            </a:solidFill>
          </a:ln>
        </p:spPr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1B491F3-C3B8-472E-8501-7C85B6AE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125272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9" name="Connector 8">
            <a:extLst xmlns:a="http://schemas.openxmlformats.org/drawingml/2006/main">
              <a:ext uri="{FF2B5EF4-FFF2-40B4-BE49-F238E27FC236}">
                <a16:creationId xmlns:a16="http://schemas.microsoft.com/office/drawing/2014/main" id="{B866F8DF-8978-46BF-9D61-3DB3D2361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554480"/>
            <a:ext cx="0" cy="3849624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AEB"/>
            </a:solidFill>
          </a:ln>
        </p:spPr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5A29CFE6-40FC-4488-A846-281566A65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25272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1" name="Connector 10">
            <a:extLst xmlns:a="http://schemas.openxmlformats.org/drawingml/2006/main">
              <a:ext uri="{FF2B5EF4-FFF2-40B4-BE49-F238E27FC236}">
                <a16:creationId xmlns:a16="http://schemas.microsoft.com/office/drawing/2014/main" id="{E9D7A304-31B0-4F34-B157-81739FC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54480"/>
            <a:ext cx="0" cy="3849624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AEB"/>
            </a:solidFill>
          </a:ln>
        </p:spPr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E983A78-9E43-4221-B86C-A887E57E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25272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6CC2FEBD-28DA-4B60-86B7-D98147064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554480"/>
            <a:ext cx="0" cy="3849624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AEB"/>
            </a:solidFill>
          </a:ln>
        </p:spPr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093935B-2890-4940-A550-268CC305F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5272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5" name="Connector 14">
            <a:extLst xmlns:a="http://schemas.openxmlformats.org/drawingml/2006/main">
              <a:ext uri="{FF2B5EF4-FFF2-40B4-BE49-F238E27FC236}">
                <a16:creationId xmlns:a16="http://schemas.microsoft.com/office/drawing/2014/main" id="{49F180E2-D597-4593-9636-CD041EFC7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0" y="1554480"/>
            <a:ext cx="0" cy="3849624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AEB"/>
            </a:solidFill>
          </a:ln>
        </p:spPr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145F087-1079-484A-A8B6-A93990964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125272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7" name="Connector 16">
            <a:extLst xmlns:a="http://schemas.openxmlformats.org/drawingml/2006/main">
              <a:ext uri="{FF2B5EF4-FFF2-40B4-BE49-F238E27FC236}">
                <a16:creationId xmlns:a16="http://schemas.microsoft.com/office/drawing/2014/main" id="{36ECB0E4-5998-4689-A828-3BFA4FAE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0" y="1554480"/>
            <a:ext cx="0" cy="3849624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E6EAEB"/>
            </a:solidFill>
          </a:ln>
        </p:spPr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33CD48B-FF06-45DB-9343-6DEFAD581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4240" y="1252728"/>
            <a:ext cx="9144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FA9F3462-EE48-4390-8F17-4E3B3F692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655064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E7F1E26-7529-4C57-9DF9-4AB491B9C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728216"/>
            <a:ext cx="128016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46438568-D043-4C09-BF69-DE678C361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130552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5A20AAF-D703-45D7-8C3F-326C0E7F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203704"/>
            <a:ext cx="1175657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6A0F7D5C-820C-495B-BD15-22C392CA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60604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2BFDDCBA-9BF5-4C87-8625-BE30DB93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2679192"/>
            <a:ext cx="3409405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7D99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D13B9B5-A863-4269-8DAE-A7354DD8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081528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A30D431-D55B-460D-A724-01517B571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8811" y="3154680"/>
            <a:ext cx="1410788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2BBB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858236B3-DFB0-48C1-A2C6-9E2872E8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3557016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A93C64E7-59F2-4919-97E2-5933B14C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7165" y="3630168"/>
            <a:ext cx="705394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2BBB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1A51EB01-0ECC-4227-943D-38F98832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032503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46103A69-62BF-4E6A-B119-652DCAF19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0125" y="4105655"/>
            <a:ext cx="705394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2BBB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14DA43A-08DF-4983-A1ED-C6D69C0A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507992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BE8A32C8-A1EF-4918-AF96-8E252B52E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3085" y="4581144"/>
            <a:ext cx="1175657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B2BBBF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E8D2477-788C-4380-A5D1-2F2D2E8FE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983480"/>
            <a:ext cx="28346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1322C1F5-A3DF-446B-9F7F-EB3813BB7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68742" y="5056632"/>
            <a:ext cx="352697" cy="219456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A9574F89-CF0C-4DC9-A991-697744F8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1508760"/>
            <a:ext cx="0" cy="3895344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rgbClr val="C62828"/>
            </a:solidFill>
            <a:prstDash val="dash"/>
          </a:ln>
        </p:spPr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4E377AC8-D2C3-47E4-8278-6ACF6029A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449824"/>
            <a:ext cx="822960" cy="2194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6282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0" rIns="73152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561C3B6D-6CEF-41CF-8D8A-F0D67109D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5806440"/>
            <a:ext cx="11457432" cy="566928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9525">
            <a:solidFill>
              <a:srgbClr val="CBA785"/>
            </a:solidFill>
          </a:ln>
        </p:spPr>
        <p:txBody>
          <a:bodyPr xmlns:a="http://schemas.openxmlformats.org/drawingml/2006/main" lIns="182880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  <a:r>
              <a:rPr sz="11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118233488"/>
      </p:ext>
    </p:extLst>
  </p:cSld>
</p:sld>
</file>

<file path=ppt/slides/slide6.xml><?xml version="1.0" encoding="utf-8"?>
<p:sld xmlns:p="http://schemas.openxmlformats.org/presentationml/2006/main" showMasterSp="0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Picture 1">
            <a:extLst xmlns:a="http://schemas.openxmlformats.org/drawingml/2006/main">
              <a:ext uri="{FF2B5EF4-FFF2-40B4-BE49-F238E27FC236}">
                <a16:creationId xmlns:a16="http://schemas.microsoft.com/office/drawing/2014/main" id="{14C49337-A64C-40C0-8FE1-1ADDDCACF6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22671f58a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759184" y="6510528"/>
            <a:ext cx="384048" cy="274320"/>
          </a:xfrm>
          <a:prstGeom xmlns:a="http://schemas.openxmlformats.org/drawingml/2006/main" prst="rect">
            <a:avLst/>
          </a:prstGeom>
        </p:spPr>
      </p:pic>
      <p:pic>
        <p:nvPicPr>
          <p:cNvPr id="3" name="Picture 2">
            <a:extLst xmlns:a="http://schemas.openxmlformats.org/drawingml/2006/main">
              <a:ext uri="{FF2B5EF4-FFF2-40B4-BE49-F238E27FC236}">
                <a16:creationId xmlns:a16="http://schemas.microsoft.com/office/drawing/2014/main" id="{FD28CB19-E382-4A85-9B8D-FCEA858DF5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c22671f58a4f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5760" y="329184"/>
            <a:ext cx="329184" cy="237744"/>
          </a:xfrm>
          <a:prstGeom xmlns:a="http://schemas.openxmlformats.org/drawingml/2006/main" prst="rect">
            <a:avLst/>
          </a:prstGeom>
        </p:spPr>
      </p:pic>
      <p:sp>
        <p:nvSpPr>
          <p:cNvPr id="4" name="Titulo">
            <a:extLst xmlns:a="http://schemas.openxmlformats.org/drawingml/2006/main">
              <a:ext uri="{FF2B5EF4-FFF2-40B4-BE49-F238E27FC236}">
                <a16:creationId xmlns:a16="http://schemas.microsoft.com/office/drawing/2014/main" id="{24A08097-E9D3-44F3-84C1-0A2D9DC9B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01168"/>
            <a:ext cx="859536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4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5" name="Subtitulo">
            <a:extLst xmlns:a="http://schemas.openxmlformats.org/drawingml/2006/main">
              <a:ext uri="{FF2B5EF4-FFF2-40B4-BE49-F238E27FC236}">
                <a16:creationId xmlns:a16="http://schemas.microsoft.com/office/drawing/2014/main" id="{C6543F7B-6568-497D-880E-00A826DF2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658368"/>
            <a:ext cx="87782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6" name="Corte">
            <a:extLst xmlns:a="http://schemas.openxmlformats.org/drawingml/2006/main">
              <a:ext uri="{FF2B5EF4-FFF2-40B4-BE49-F238E27FC236}">
                <a16:creationId xmlns:a16="http://schemas.microsoft.com/office/drawing/2014/main" id="{1D62271D-ED95-4F5E-A6F2-8D615C1B8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2952" y="274320"/>
            <a:ext cx="1920240" cy="36576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0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BBF5685-301E-4ADA-ACDD-0F6E4C3FE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1051560"/>
            <a:ext cx="3291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64886AA-9F6F-4147-ACF2-F7772B669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151790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9AA1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AA8D470-C9E1-41C8-A9E3-2B60B6EC0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46304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8FC29E48-2BE2-4B8C-9FF1-2D30CC452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029968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E8E3E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BF48B14-1423-437C-8CC7-64D6CFEB4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975104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2" name="Oval 11">
            <a:extLst xmlns:a="http://schemas.openxmlformats.org/drawingml/2006/main">
              <a:ext uri="{FF2B5EF4-FFF2-40B4-BE49-F238E27FC236}">
                <a16:creationId xmlns:a16="http://schemas.microsoft.com/office/drawing/2014/main" id="{3207DCFE-35B0-46E1-A869-D7576FF4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2542032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A317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A9396CE-7B8F-474A-AA7B-EC6ECA3F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487168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6FEC48ED-661F-4A13-AD3A-02AC70D1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054096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2828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2A7C439-848F-4DAC-8331-8318D8EE7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999232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85745E4D-5520-408E-811D-3F3B32D8C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3566160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B6B7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005D271D-F6E6-4DA9-BF27-07ED9F2A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511296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AE624597-2FD2-45BC-AFFD-9CB09B07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" y="4078224"/>
            <a:ext cx="182880" cy="1828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DAAB2D0-1213-451B-B727-19C0994D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023360"/>
            <a:ext cx="30175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E0A84219-1FC8-4741-9DF1-2AF79EF3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051560"/>
            <a:ext cx="3291840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1" name="Oval 20">
            <a:extLst xmlns:a="http://schemas.openxmlformats.org/drawingml/2006/main">
              <a:ext uri="{FF2B5EF4-FFF2-40B4-BE49-F238E27FC236}">
                <a16:creationId xmlns:a16="http://schemas.microsoft.com/office/drawing/2014/main" id="{2194B8A0-4313-462E-81CA-16C501115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149961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D891A343-1F11-43E3-967D-FD8A7136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46304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F983759C-21E3-4253-995A-FEABB1E0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011680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C8A7AE9-EBB0-49A7-BCD4-EF68E1293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75104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B407886F-8975-4D97-A3AF-4EF77FB6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2523744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73B0FD5-1D3A-4844-906B-8C856B27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87168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7" name="Oval 26">
            <a:extLst xmlns:a="http://schemas.openxmlformats.org/drawingml/2006/main">
              <a:ext uri="{FF2B5EF4-FFF2-40B4-BE49-F238E27FC236}">
                <a16:creationId xmlns:a16="http://schemas.microsoft.com/office/drawing/2014/main" id="{E42524F5-2B78-42BF-8BFA-27A631550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035808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9EFD51B-552A-4C03-A390-D29C7DDC3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9232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64D62356-A155-4D9A-80C9-0ECFF38F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3547872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DCCC74E3-8051-4F7F-8C29-8CF6B837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511296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1" name="Oval 30">
            <a:extLst xmlns:a="http://schemas.openxmlformats.org/drawingml/2006/main">
              <a:ext uri="{FF2B5EF4-FFF2-40B4-BE49-F238E27FC236}">
                <a16:creationId xmlns:a16="http://schemas.microsoft.com/office/drawing/2014/main" id="{6B682001-F947-4ED9-8BEF-729D770B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6240" y="4059936"/>
            <a:ext cx="256032" cy="25603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A992DFE9-B89C-4DB0-B1C8-815652279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23360"/>
            <a:ext cx="29260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buNone/>
            </a:pPr>
            <a:r>
              <a:rPr sz="950" b="0" i="0">
                <a:solidFill>
                  <a:srgbClr val="5B6B7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17CF082B-0DDD-4895-B764-4C11D3F6A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051560"/>
            <a:ext cx="3867912" cy="292608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03D53"/>
          </a:solidFill>
          <a:ln xmlns:a="http://schemas.openxmlformats.org/drawingml/2006/main">
            <a:noFill/>
          </a:ln>
        </p:spPr>
        <p:txBody>
          <a:bodyPr xmlns:a="http://schemas.openxmlformats.org/drawingml/2006/main" lIns="128016" tIns="27432" rIns="73152" bIns="27432" anchor="ctr"/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1" i="0">
                <a:solidFill>
                  <a:srgbClr val="FFFFFF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BC32DDE-250E-4A34-A1F8-E24BBF1A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463040"/>
            <a:ext cx="3840480" cy="3657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600"/>
              </a:spcAft>
              <a:buNone/>
            </a:pPr>
            <a:r>
              <a:rPr sz="1000" b="1" i="0">
                <a:solidFill>
                  <a:srgbClr val="CBA785"/>
                </a:solidFill>
                <a:latin typeface="Figtree"/>
                <a:ea typeface="Figtree"/>
                <a:cs typeface="Figtree"/>
              </a:rPr>
              <a:t/>
            </a:r>
            <a:r>
              <a:rPr sz="100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64C21161-70F7-4832-889D-71B1D9F1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4892040"/>
            <a:ext cx="11457432" cy="13716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BF5EC"/>
          </a:solidFill>
          <a:ln xmlns:a="http://schemas.openxmlformats.org/drawingml/2006/main" w="9525">
            <a:solidFill>
              <a:srgbClr val="CBA785"/>
            </a:solidFill>
          </a:ln>
        </p:spPr>
        <p:txBody>
          <a:bodyPr xmlns:a="http://schemas.openxmlformats.org/drawingml/2006/main" lIns="73152" tIns="27432" rIns="73152" bIns="27432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042461B-6E30-4FE8-9BF1-8B788F458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029200"/>
            <a:ext cx="54864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 i="0">
                <a:solidFill>
                  <a:srgbClr val="003D53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4713A34-4DCB-4B29-8EAF-550525CD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376672"/>
            <a:ext cx="5303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8A6A3A"/>
                </a:solidFill>
                <a:latin typeface="Figtree"/>
                <a:ea typeface="Figtree"/>
                <a:cs typeface="Figtree"/>
              </a:rPr>
              <a:t/>
            </a:r>
            <a:r>
              <a:rPr sz="105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8A6A3A"/>
                </a:solidFill>
                <a:latin typeface="Figtree"/>
                <a:ea typeface="Figtree"/>
                <a:cs typeface="Figtree"/>
              </a:rPr>
              <a:t/>
            </a:r>
            <a:r>
              <a:rPr sz="105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8A6A3A"/>
                </a:solidFill>
                <a:latin typeface="Figtree"/>
                <a:ea typeface="Figtree"/>
                <a:cs typeface="Figtree"/>
              </a:rPr>
              <a:t/>
            </a:r>
            <a:r>
              <a:rPr sz="105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1CF819D0-2DF9-4918-97E2-29A4C27A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5376672"/>
            <a:ext cx="530352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8A6A3A"/>
                </a:solidFill>
                <a:latin typeface="Figtree"/>
                <a:ea typeface="Figtree"/>
                <a:cs typeface="Figtree"/>
              </a:rPr>
              <a:t/>
            </a:r>
            <a:r>
              <a:rPr sz="105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8A6A3A"/>
                </a:solidFill>
                <a:latin typeface="Figtree"/>
                <a:ea typeface="Figtree"/>
                <a:cs typeface="Figtree"/>
              </a:rPr>
              <a:t/>
            </a:r>
            <a:r>
              <a:rPr sz="105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  <a:p xmlns:a="http://schemas.openxmlformats.org/drawingml/2006/main">
            <a:pPr algn="l">
              <a:spcAft>
                <a:spcPts val="400"/>
              </a:spcAft>
              <a:buNone/>
            </a:pPr>
            <a:r>
              <a:rPr sz="1050" b="1" i="0">
                <a:solidFill>
                  <a:srgbClr val="8A6A3A"/>
                </a:solidFill>
                <a:latin typeface="Figtree"/>
                <a:ea typeface="Figtree"/>
                <a:cs typeface="Figtree"/>
              </a:rPr>
              <a:t/>
            </a:r>
            <a:r>
              <a:rPr sz="1050" b="0" i="0">
                <a:solidFill>
                  <a:srgbClr val="1F2A30"/>
                </a:solidFill>
                <a:latin typeface="Figtree"/>
                <a:ea typeface="Figtree"/>
                <a:cs typeface="Figtree"/>
              </a:rPr>
              <a:t/>
            </a:r>
          </a:p>
        </p:txBody>
      </p:sp>
    </p:spTree>
    <p:extLst>
      <p:ext uri="{BB962C8B-B14F-4D97-AF65-F5344CB8AC3E}">
        <p14:creationId xmlns:p14="http://schemas.microsoft.com/office/powerpoint/2010/main" val="800616120"/>
      </p:ext>
    </p:extLst>
  </p:cSld>
</p:sld>
</file>

<file path=ppt/theme/theme1.xml><?xml version="1.0" encoding="utf-8"?>
<a:theme xmlns:a="http://schemas.openxmlformats.org/drawingml/2006/main" name="Cosmos Corporate">
  <a:themeElements>
    <a:clrScheme name="Cosmos Corporate">
      <a:dk1>
        <a:srgbClr val="021E2F"/>
      </a:dk1>
      <a:lt1>
        <a:srgbClr val="FFFFFF"/>
      </a:lt1>
      <a:dk2>
        <a:srgbClr val="00293B"/>
      </a:dk2>
      <a:lt2>
        <a:srgbClr val="CCCFCE"/>
      </a:lt2>
      <a:accent1>
        <a:srgbClr val="003D53"/>
      </a:accent1>
      <a:accent2>
        <a:srgbClr val="CBA785"/>
      </a:accent2>
      <a:accent3>
        <a:srgbClr val="00293B"/>
      </a:accent3>
      <a:accent4>
        <a:srgbClr val="CCCFCE"/>
      </a:accent4>
      <a:accent5>
        <a:srgbClr val="18864B"/>
      </a:accent5>
      <a:accent6>
        <a:srgbClr val="E3A008"/>
      </a:accent6>
      <a:hlink>
        <a:srgbClr val="003D53"/>
      </a:hlink>
      <a:folHlink>
        <a:srgbClr val="CBA78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osmos Corpora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2026-10-27T20:06:49.7570000Z</dcterms:created>
  <dcterms:modified xsi:type="dcterms:W3CDTF">2026-10-27T20:06:49.7570000Z</dcterms:modified>
</coreProperties>
</file>